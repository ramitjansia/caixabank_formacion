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2"/>
    <p:sldId id="257" r:id="rId3"/>
    <p:sldId id="258" r:id="rId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47" d="100"/>
          <a:sy n="47" d="100"/>
        </p:scale>
        <p:origin x="1116" y="270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45A0E738-24AA-BADC-A8C4-C87DF1E2F2F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A450776-E0F4-D0DB-68BB-6CD13426E16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503C6F-49BD-47BC-9EDA-98E10EA3EBA1}" type="datetimeFigureOut">
              <a:rPr lang="es-ES" smtClean="0"/>
              <a:t>14/04/2026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EDCFA64-C47B-5EA0-99EF-3723381DB6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BFDA614-347F-8CFD-6074-52BBCB6F1AB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D6D43-E4BF-4333-A4CB-0EF4A7869D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7750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4" name="Shape 34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jpe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dublin-2344423_1280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62" r="29062"/>
          <a:stretch/>
        </p:blipFill>
        <p:spPr>
          <a:xfrm>
            <a:off x="14141994" y="0"/>
            <a:ext cx="10261229" cy="13765240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Autor y fech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67715">
              <a:lnSpc>
                <a:spcPct val="100000"/>
              </a:lnSpc>
              <a:spcBef>
                <a:spcPts val="0"/>
              </a:spcBef>
              <a:buSzTx/>
              <a:buNone/>
              <a:defRPr sz="3720"/>
            </a:lvl1pPr>
          </a:lstStyle>
          <a:p>
            <a:r>
              <a:t>Autor y fecha</a:t>
            </a:r>
          </a:p>
        </p:txBody>
      </p:sp>
      <p:sp>
        <p:nvSpPr>
          <p:cNvPr id="15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55696" y="5090788"/>
            <a:ext cx="13577991" cy="4648201"/>
          </a:xfrm>
          <a:prstGeom prst="rect">
            <a:avLst/>
          </a:prstGeom>
        </p:spPr>
        <p:txBody>
          <a:bodyPr anchor="b"/>
          <a:lstStyle>
            <a:lvl1pPr>
              <a:defRPr sz="10000" spc="-200"/>
            </a:lvl1pPr>
          </a:lstStyle>
          <a:p>
            <a:r>
              <a:t>Título de la presentación</a:t>
            </a:r>
          </a:p>
        </p:txBody>
      </p:sp>
      <p:sp>
        <p:nvSpPr>
          <p:cNvPr id="16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9661590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7" name="UPC-positiu-p3005.png" descr="UPC-positiu-p3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37" y="810914"/>
            <a:ext cx="7200901" cy="2159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" name="Imagen" descr="Imag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1994" y="0"/>
            <a:ext cx="3711788" cy="1391920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16193C11-0659-217A-77E1-AAB4767EA92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9788641" y="1112996"/>
            <a:ext cx="5572854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"/>
          <p:cNvSpPr/>
          <p:nvPr/>
        </p:nvSpPr>
        <p:spPr>
          <a:xfrm>
            <a:off x="14126288" y="-6313"/>
            <a:ext cx="10340622" cy="13728625"/>
          </a:xfrm>
          <a:prstGeom prst="rect">
            <a:avLst/>
          </a:prstGeom>
          <a:solidFill>
            <a:srgbClr val="3579B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07219" y="6108808"/>
            <a:ext cx="13577991" cy="4648201"/>
          </a:xfrm>
          <a:prstGeom prst="rect">
            <a:avLst/>
          </a:prstGeom>
        </p:spPr>
        <p:txBody>
          <a:bodyPr anchor="b"/>
          <a:lstStyle/>
          <a:p>
            <a:r>
              <a:t>Título de la presentación</a:t>
            </a:r>
          </a:p>
        </p:txBody>
      </p:sp>
      <p:sp>
        <p:nvSpPr>
          <p:cNvPr id="29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2261" y="11205037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30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083" y="-101600"/>
            <a:ext cx="3711788" cy="13919200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Triángulo"/>
          <p:cNvSpPr/>
          <p:nvPr/>
        </p:nvSpPr>
        <p:spPr>
          <a:xfrm>
            <a:off x="14099153" y="-43542"/>
            <a:ext cx="3984247" cy="13828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32" name="UPC-blanc-fons-transp.png" descr="UPC-blanc-fons-tran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6334" y="901769"/>
            <a:ext cx="6096001" cy="1827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" name="TTL-logo_white.png" descr="TTL-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4134" y="3256183"/>
            <a:ext cx="5740401" cy="1334703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on 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ángulo"/>
          <p:cNvSpPr/>
          <p:nvPr/>
        </p:nvSpPr>
        <p:spPr>
          <a:xfrm>
            <a:off x="14126288" y="-6313"/>
            <a:ext cx="10340622" cy="13728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2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07219" y="6108808"/>
            <a:ext cx="13577991" cy="4648201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presentación</a:t>
            </a:r>
          </a:p>
        </p:txBody>
      </p:sp>
      <p:sp>
        <p:nvSpPr>
          <p:cNvPr id="43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2261" y="11205037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44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9270" y="980584"/>
            <a:ext cx="6095179" cy="1827480"/>
          </a:xfrm>
          <a:prstGeom prst="rect">
            <a:avLst/>
          </a:prstGeom>
          <a:ln w="12700">
            <a:miter lim="400000"/>
          </a:ln>
        </p:spPr>
      </p:pic>
      <p:pic>
        <p:nvPicPr>
          <p:cNvPr id="45" name="Imagen" descr="Im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1083" y="-101600"/>
            <a:ext cx="3711788" cy="13919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6" name="TTL-logo_color.png" descr="TTL-logo_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46506" y="3132573"/>
            <a:ext cx="5740706" cy="1442332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riángulo"/>
          <p:cNvSpPr/>
          <p:nvPr/>
        </p:nvSpPr>
        <p:spPr>
          <a:xfrm>
            <a:off x="14099153" y="-43542"/>
            <a:ext cx="3984247" cy="13828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solidFill>
            <a:srgbClr val="3579B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8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ón espec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rid-3227320_1920.jpg" descr="grid-3227320_19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/>
          <a:p>
            <a:r>
              <a:t>Título de la presentación</a:t>
            </a:r>
          </a:p>
        </p:txBody>
      </p:sp>
      <p:sp>
        <p:nvSpPr>
          <p:cNvPr id="57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4500" b="1" i="1">
                <a:solidFill>
                  <a:srgbClr val="929292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4500" b="1" i="1">
                <a:solidFill>
                  <a:srgbClr val="929292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4500" b="1" i="1">
                <a:solidFill>
                  <a:srgbClr val="929292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4500" b="1" i="1">
                <a:solidFill>
                  <a:srgbClr val="929292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4500" b="1" i="1">
                <a:solidFill>
                  <a:srgbClr val="929292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8" name="TTL-logo_color.png" descr="TTL-logo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453" y="952197"/>
            <a:ext cx="3795086" cy="953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59" name="UPC-positiu-p3005.png" descr="UPC-positiu-p3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690" y="741430"/>
            <a:ext cx="4586153" cy="1375037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ítulo de la diapositiv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68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69" name="Nivel de texto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 y viñeta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ítulo de la diapositiv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sp>
        <p:nvSpPr>
          <p:cNvPr id="78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79" name="Nivel de texto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81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90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9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ítul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sp>
        <p:nvSpPr>
          <p:cNvPr id="99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pic>
        <p:nvPicPr>
          <p:cNvPr id="100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viñetas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110" name="Nivel de texto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, viñetas y fot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121" name="Nivel de texto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2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3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124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ítuloce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54848" y="6140525"/>
            <a:ext cx="24274304" cy="1434950"/>
          </a:xfrm>
          <a:prstGeom prst="rect">
            <a:avLst/>
          </a:prstGeom>
        </p:spPr>
        <p:txBody>
          <a:bodyPr/>
          <a:lstStyle>
            <a:lvl1pPr algn="ctr"/>
          </a:lstStyle>
          <a:p>
            <a:r>
              <a:t>Título de la diapositiva</a:t>
            </a:r>
          </a:p>
        </p:txBody>
      </p:sp>
      <p:sp>
        <p:nvSpPr>
          <p:cNvPr id="13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ítulo centro 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209359" y="6140525"/>
            <a:ext cx="24275341" cy="14349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142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ato import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2" name="Información fáctic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Información fáctica</a:t>
            </a:r>
          </a:p>
        </p:txBody>
      </p:sp>
      <p:sp>
        <p:nvSpPr>
          <p:cNvPr id="15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ato importante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1" name="Información fáctic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>
                <a:solidFill>
                  <a:srgbClr val="FFFFFF"/>
                </a:solidFill>
              </a:defRPr>
            </a:lvl1pPr>
          </a:lstStyle>
          <a:p>
            <a:r>
              <a:t>Información fáctica</a:t>
            </a:r>
          </a:p>
        </p:txBody>
      </p:sp>
      <p:pic>
        <p:nvPicPr>
          <p:cNvPr id="162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n blanc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Cuenco de ensalada con arroz frito, huevos duros y palillo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8" name="Cuenco con pasteles de salmón, ensalada y hummus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9" name="Cuenco de pappardelle con mantequilla de perejil, avellanas tostadas y lascas de queso parmesan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 foto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Cuenco de ensalada con arroz frito, huevos duros y palillo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8" name="Cuenco con pasteles de salmón, ensalada y hummus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9" name="Cuenco de pappardelle con mantequilla de perejil, avellanas tostadas y lascas de queso parmesan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00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1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enco de ensalada con arroz frito, huevos duros y palillos"/>
          <p:cNvSpPr>
            <a:spLocks noGrp="1"/>
          </p:cNvSpPr>
          <p:nvPr>
            <p:ph type="pic" sz="half" idx="21"/>
          </p:nvPr>
        </p:nvSpPr>
        <p:spPr>
          <a:xfrm>
            <a:off x="12467095" y="1979684"/>
            <a:ext cx="11454099" cy="111731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-540920" y="1756648"/>
            <a:ext cx="13400896" cy="1125788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sp>
        <p:nvSpPr>
          <p:cNvPr id="212" name="La Gran Idea"/>
          <p:cNvSpPr txBox="1"/>
          <p:nvPr/>
        </p:nvSpPr>
        <p:spPr>
          <a:xfrm>
            <a:off x="520700" y="596900"/>
            <a:ext cx="9779000" cy="143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>
              <a:lnSpc>
                <a:spcPct val="80000"/>
              </a:lnSpc>
              <a:defRPr sz="8500" b="1" spc="-170">
                <a:solidFill>
                  <a:srgbClr val="000000"/>
                </a:solidFill>
              </a:defRPr>
            </a:lvl1pPr>
          </a:lstStyle>
          <a:p>
            <a:r>
              <a:t>La Gran Idea</a:t>
            </a:r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 foto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enco de ensalada con arroz frito, huevos duros y palillos"/>
          <p:cNvSpPr>
            <a:spLocks noGrp="1"/>
          </p:cNvSpPr>
          <p:nvPr>
            <p:ph type="pic" sz="half" idx="21"/>
          </p:nvPr>
        </p:nvSpPr>
        <p:spPr>
          <a:xfrm>
            <a:off x="12467095" y="1979684"/>
            <a:ext cx="11454099" cy="111731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-540920" y="1756648"/>
            <a:ext cx="13400896" cy="1125788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sp>
        <p:nvSpPr>
          <p:cNvPr id="222" name="Título de la diapositiva"/>
          <p:cNvSpPr txBox="1"/>
          <p:nvPr/>
        </p:nvSpPr>
        <p:spPr>
          <a:xfrm>
            <a:off x="576297" y="715921"/>
            <a:ext cx="9779001" cy="143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2121354">
              <a:lnSpc>
                <a:spcPct val="80000"/>
              </a:lnSpc>
              <a:defRPr sz="7394" b="1" spc="-147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23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800" y="12801600"/>
            <a:ext cx="3111500" cy="7234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enco de ensalada con arroz frito, huevos duros y palillos"/>
          <p:cNvSpPr>
            <a:spLocks noGrp="1"/>
          </p:cNvSpPr>
          <p:nvPr>
            <p:ph type="pic" idx="21"/>
          </p:nvPr>
        </p:nvSpPr>
        <p:spPr>
          <a:xfrm>
            <a:off x="-1333721" y="-5524547"/>
            <a:ext cx="27051234" cy="2164098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TTL-logo_color.png" descr="TTL-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3052" y="1061210"/>
            <a:ext cx="5923101" cy="1488158"/>
          </a:xfrm>
          <a:prstGeom prst="rect">
            <a:avLst/>
          </a:prstGeom>
          <a:ln w="12700">
            <a:miter lim="400000"/>
          </a:ln>
        </p:spPr>
      </p:pic>
      <p:pic>
        <p:nvPicPr>
          <p:cNvPr id="240" name="UPC-positiu-p3005.png" descr="UPC-positiu-p3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944" y="804729"/>
            <a:ext cx="6674319" cy="2001119"/>
          </a:xfrm>
          <a:prstGeom prst="rect">
            <a:avLst/>
          </a:prstGeom>
          <a:ln w="12700">
            <a:miter lim="400000"/>
          </a:ln>
        </p:spPr>
      </p:pic>
      <p:pic>
        <p:nvPicPr>
          <p:cNvPr id="241" name="Imagen" descr="Imag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7947" y="2358840"/>
            <a:ext cx="12688106" cy="8998320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/>
            </a:lvl1pPr>
          </a:lstStyle>
          <a:p>
            <a:r>
              <a:t>Título de la diapositiva</a:t>
            </a:r>
          </a:p>
        </p:txBody>
      </p:sp>
      <p:sp>
        <p:nvSpPr>
          <p:cNvPr id="24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Spa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TTL-logo_color.png" descr="TTL-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3052" y="1061210"/>
            <a:ext cx="5923101" cy="1488158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UPC-positiu-p3005.png" descr="UPC-positiu-p3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944" y="804729"/>
            <a:ext cx="6674319" cy="2001119"/>
          </a:xfrm>
          <a:prstGeom prst="rect">
            <a:avLst/>
          </a:prstGeom>
          <a:ln w="12700">
            <a:miter lim="400000"/>
          </a:ln>
        </p:spPr>
      </p:pic>
      <p:sp>
        <p:nvSpPr>
          <p:cNvPr id="25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/>
            </a:lvl1pPr>
          </a:lstStyle>
          <a:p>
            <a:r>
              <a:t>Título de la diapositiva</a:t>
            </a:r>
          </a:p>
        </p:txBody>
      </p:sp>
      <p:sp>
        <p:nvSpPr>
          <p:cNvPr id="253" name="¡Gracias!"/>
          <p:cNvSpPr txBox="1"/>
          <p:nvPr/>
        </p:nvSpPr>
        <p:spPr>
          <a:xfrm>
            <a:off x="5049545" y="4079589"/>
            <a:ext cx="14284909" cy="554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5000">
                <a:solidFill>
                  <a:srgbClr val="000000"/>
                </a:solidFill>
                <a:latin typeface="Brush Script MT Italic"/>
                <a:ea typeface="Brush Script MT Italic"/>
                <a:cs typeface="Brush Script MT Italic"/>
                <a:sym typeface="Brush Script MT Italic"/>
              </a:defRPr>
            </a:lvl1pPr>
          </a:lstStyle>
          <a:p>
            <a:r>
              <a:t>¡Gracias!</a:t>
            </a:r>
          </a:p>
        </p:txBody>
      </p:sp>
      <p:sp>
        <p:nvSpPr>
          <p:cNvPr id="25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62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6812" y="2494715"/>
            <a:ext cx="8999903" cy="8576085"/>
          </a:xfrm>
          <a:prstGeom prst="rect">
            <a:avLst/>
          </a:prstGeom>
          <a:ln w="12700">
            <a:miter lim="400000"/>
          </a:ln>
        </p:spPr>
      </p:pic>
      <p:pic>
        <p:nvPicPr>
          <p:cNvPr id="263" name="UPC-blanc-fons-transp.png" descr="UPC-blanc-fons-tran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803847"/>
            <a:ext cx="6680200" cy="20028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64" name="TTL-logo_white.png" descr="TTL-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95800" y="1129148"/>
            <a:ext cx="5816006" cy="1352282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azul Spanish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73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803847"/>
            <a:ext cx="6680200" cy="20028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74" name="TTL-logo_white.png" descr="TTL-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800" y="1129148"/>
            <a:ext cx="5816006" cy="1352282"/>
          </a:xfrm>
          <a:prstGeom prst="rect">
            <a:avLst/>
          </a:prstGeom>
          <a:ln w="12700">
            <a:miter lim="400000"/>
          </a:ln>
        </p:spPr>
      </p:pic>
      <p:sp>
        <p:nvSpPr>
          <p:cNvPr id="275" name="¡Gracias!"/>
          <p:cNvSpPr txBox="1"/>
          <p:nvPr/>
        </p:nvSpPr>
        <p:spPr>
          <a:xfrm>
            <a:off x="5049545" y="4079589"/>
            <a:ext cx="14284909" cy="554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5000">
                <a:solidFill>
                  <a:srgbClr val="FFFFFF"/>
                </a:solidFill>
                <a:latin typeface="Brush Script MT Italic"/>
                <a:ea typeface="Brush Script MT Italic"/>
                <a:cs typeface="Brush Script MT Italic"/>
                <a:sym typeface="Brush Script MT Italic"/>
              </a:defRPr>
            </a:lvl1pPr>
          </a:lstStyle>
          <a:p>
            <a:r>
              <a:rPr dirty="0"/>
              <a:t>¡Gracias!</a:t>
            </a:r>
          </a:p>
        </p:txBody>
      </p:sp>
      <p:sp>
        <p:nvSpPr>
          <p:cNvPr id="276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o del título"/>
          <p:cNvSpPr txBox="1">
            <a:spLocks noGrp="1"/>
          </p:cNvSpPr>
          <p:nvPr>
            <p:ph type="title"/>
          </p:nvPr>
        </p:nvSpPr>
        <p:spPr>
          <a:xfrm>
            <a:off x="831199" y="1186733"/>
            <a:ext cx="22721602" cy="1527201"/>
          </a:xfrm>
          <a:prstGeom prst="rect">
            <a:avLst/>
          </a:prstGeom>
        </p:spPr>
        <p:txBody>
          <a:bodyPr lIns="243799" tIns="243799" rIns="243799" bIns="243799"/>
          <a:lstStyle>
            <a:lvl1pPr defTabSz="2438400">
              <a:lnSpc>
                <a:spcPct val="100000"/>
              </a:lnSpc>
              <a:defRPr sz="7400" b="0" spc="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284" name="Nivel de texto 1…"/>
          <p:cNvSpPr txBox="1">
            <a:spLocks noGrp="1"/>
          </p:cNvSpPr>
          <p:nvPr>
            <p:ph type="body" idx="1"/>
          </p:nvPr>
        </p:nvSpPr>
        <p:spPr>
          <a:xfrm>
            <a:off x="831199" y="3073266"/>
            <a:ext cx="22721602" cy="9110401"/>
          </a:xfrm>
          <a:prstGeom prst="rect">
            <a:avLst/>
          </a:prstGeom>
        </p:spPr>
        <p:txBody>
          <a:bodyPr lIns="243799" tIns="243799" rIns="243799" bIns="243799"/>
          <a:lstStyle>
            <a:lvl1pPr marL="1028700" indent="-914400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Arial"/>
              <a:buChar char="●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6854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Arial"/>
              <a:buChar char="○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1426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Arial"/>
              <a:buChar char="■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998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Arial"/>
              <a:buChar char="●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570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Arial"/>
              <a:buChar char="○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85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188838" y="12524796"/>
            <a:ext cx="867584" cy="870499"/>
          </a:xfrm>
          <a:prstGeom prst="rect">
            <a:avLst/>
          </a:prstGeom>
        </p:spPr>
        <p:txBody>
          <a:bodyPr lIns="243799" tIns="243799" rIns="243799" bIns="243799" anchor="ctr">
            <a:normAutofit/>
          </a:bodyPr>
          <a:lstStyle>
            <a:lvl1pPr algn="r" defTabSz="2438400">
              <a:defRPr sz="2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o del título"/>
          <p:cNvSpPr txBox="1">
            <a:spLocks noGrp="1"/>
          </p:cNvSpPr>
          <p:nvPr>
            <p:ph type="title"/>
          </p:nvPr>
        </p:nvSpPr>
        <p:spPr>
          <a:xfrm>
            <a:off x="831199" y="5735599"/>
            <a:ext cx="22721602" cy="2244801"/>
          </a:xfrm>
          <a:prstGeom prst="rect">
            <a:avLst/>
          </a:prstGeom>
        </p:spPr>
        <p:txBody>
          <a:bodyPr lIns="243799" tIns="243799" rIns="243799" bIns="243799" anchor="ctr"/>
          <a:lstStyle>
            <a:lvl1pPr algn="ctr" defTabSz="2438400">
              <a:lnSpc>
                <a:spcPct val="100000"/>
              </a:lnSpc>
              <a:defRPr sz="9600" b="0" spc="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29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188838" y="12524796"/>
            <a:ext cx="867584" cy="870499"/>
          </a:xfrm>
          <a:prstGeom prst="rect">
            <a:avLst/>
          </a:prstGeom>
        </p:spPr>
        <p:txBody>
          <a:bodyPr lIns="243799" tIns="243799" rIns="243799" bIns="243799" anchor="ctr">
            <a:normAutofit/>
          </a:bodyPr>
          <a:lstStyle>
            <a:lvl1pPr algn="r" defTabSz="2438400">
              <a:defRPr sz="2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o del título"/>
          <p:cNvSpPr txBox="1">
            <a:spLocks noGrp="1"/>
          </p:cNvSpPr>
          <p:nvPr>
            <p:ph type="title"/>
          </p:nvPr>
        </p:nvSpPr>
        <p:spPr>
          <a:xfrm>
            <a:off x="767999" y="623999"/>
            <a:ext cx="22848002" cy="1536801"/>
          </a:xfrm>
          <a:prstGeom prst="rect">
            <a:avLst/>
          </a:prstGeom>
        </p:spPr>
        <p:txBody>
          <a:bodyPr lIns="0" tIns="0" rIns="0" bIns="0" anchor="ctr"/>
          <a:lstStyle>
            <a:lvl1pPr defTabSz="2438400">
              <a:lnSpc>
                <a:spcPct val="90000"/>
              </a:lnSpc>
              <a:defRPr sz="6400" b="0" spc="0"/>
            </a:lvl1pPr>
          </a:lstStyle>
          <a:p>
            <a:r>
              <a:t>Texto del título</a:t>
            </a:r>
          </a:p>
        </p:txBody>
      </p:sp>
      <p:sp>
        <p:nvSpPr>
          <p:cNvPr id="301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766231" y="12783698"/>
            <a:ext cx="379984" cy="3828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2438400">
              <a:defRPr sz="2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Título y objetos con foto_2_2_3_1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600132" y="2743199"/>
            <a:ext cx="13542403" cy="9041601"/>
          </a:xfrm>
          <a:prstGeom prst="rect">
            <a:avLst/>
          </a:prstGeom>
        </p:spPr>
        <p:txBody>
          <a:bodyPr lIns="143999" tIns="143999" rIns="143999" bIns="143999"/>
          <a:lstStyle>
            <a:lvl1pPr marL="1028700" indent="-914400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Arial"/>
              <a:buChar char="●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6854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Arial"/>
              <a:buChar char="○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1426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Arial"/>
              <a:buChar char="■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998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Arial"/>
              <a:buChar char="●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570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Arial"/>
              <a:buChar char="○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09" name="Texto del título"/>
          <p:cNvSpPr txBox="1">
            <a:spLocks noGrp="1"/>
          </p:cNvSpPr>
          <p:nvPr>
            <p:ph type="title"/>
          </p:nvPr>
        </p:nvSpPr>
        <p:spPr>
          <a:xfrm>
            <a:off x="600132" y="520733"/>
            <a:ext cx="13542403" cy="1208801"/>
          </a:xfrm>
          <a:prstGeom prst="rect">
            <a:avLst/>
          </a:prstGeom>
        </p:spPr>
        <p:txBody>
          <a:bodyPr lIns="143999" tIns="143999" rIns="143999" bIns="143999"/>
          <a:lstStyle>
            <a:lvl1pPr defTabSz="2438400">
              <a:lnSpc>
                <a:spcPct val="90000"/>
              </a:lnSpc>
              <a:defRPr sz="7400" b="0" spc="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1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299217" y="12609177"/>
            <a:ext cx="667984" cy="670898"/>
          </a:xfrm>
          <a:prstGeom prst="rect">
            <a:avLst/>
          </a:prstGeom>
        </p:spPr>
        <p:txBody>
          <a:bodyPr lIns="143999" tIns="143999" rIns="143999" bIns="143999" anchor="ctr">
            <a:normAutofit/>
          </a:bodyPr>
          <a:lstStyle>
            <a:lvl1pPr algn="r" defTabSz="2438400">
              <a:defRPr sz="2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o del título"/>
          <p:cNvSpPr txBox="1">
            <a:spLocks noGrp="1"/>
          </p:cNvSpPr>
          <p:nvPr>
            <p:ph type="title"/>
          </p:nvPr>
        </p:nvSpPr>
        <p:spPr>
          <a:xfrm>
            <a:off x="831199" y="1186733"/>
            <a:ext cx="22721602" cy="1527201"/>
          </a:xfrm>
          <a:prstGeom prst="rect">
            <a:avLst/>
          </a:prstGeom>
        </p:spPr>
        <p:txBody>
          <a:bodyPr lIns="91399" tIns="91399" rIns="91399" bIns="91399"/>
          <a:lstStyle>
            <a:lvl1pPr defTabSz="2438400">
              <a:lnSpc>
                <a:spcPct val="90000"/>
              </a:lnSpc>
              <a:defRPr sz="6400" spc="0">
                <a:solidFill>
                  <a:srgbClr val="009EE0"/>
                </a:solidFill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18" name="Nivel de texto 1…"/>
          <p:cNvSpPr txBox="1">
            <a:spLocks noGrp="1"/>
          </p:cNvSpPr>
          <p:nvPr>
            <p:ph type="body" idx="1"/>
          </p:nvPr>
        </p:nvSpPr>
        <p:spPr>
          <a:xfrm>
            <a:off x="831199" y="3073266"/>
            <a:ext cx="22721602" cy="9110401"/>
          </a:xfrm>
          <a:prstGeom prst="rect">
            <a:avLst/>
          </a:prstGeom>
        </p:spPr>
        <p:txBody>
          <a:bodyPr lIns="243799" tIns="243799" rIns="243799" bIns="243799" anchor="ctr"/>
          <a:lstStyle>
            <a:lvl1pPr marL="9561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●"/>
              <a:defRPr sz="3600">
                <a:latin typeface="Arial"/>
                <a:ea typeface="Arial"/>
                <a:cs typeface="Arial"/>
                <a:sym typeface="Arial"/>
              </a:defRPr>
            </a:lvl1pPr>
            <a:lvl2pPr marL="14133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○"/>
              <a:defRPr sz="3600">
                <a:latin typeface="Arial"/>
                <a:ea typeface="Arial"/>
                <a:cs typeface="Arial"/>
                <a:sym typeface="Arial"/>
              </a:defRPr>
            </a:lvl2pPr>
            <a:lvl3pPr marL="18705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■"/>
              <a:defRPr sz="3600">
                <a:latin typeface="Arial"/>
                <a:ea typeface="Arial"/>
                <a:cs typeface="Arial"/>
                <a:sym typeface="Arial"/>
              </a:defRPr>
            </a:lvl3pPr>
            <a:lvl4pPr marL="23277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●"/>
              <a:defRPr sz="3600">
                <a:latin typeface="Arial"/>
                <a:ea typeface="Arial"/>
                <a:cs typeface="Arial"/>
                <a:sym typeface="Arial"/>
              </a:defRPr>
            </a:lvl4pPr>
            <a:lvl5pPr marL="27849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○"/>
              <a:defRPr sz="3600"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1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639068" y="12747995"/>
            <a:ext cx="417354" cy="424101"/>
          </a:xfrm>
          <a:prstGeom prst="rect">
            <a:avLst/>
          </a:prstGeom>
        </p:spPr>
        <p:txBody>
          <a:bodyPr lIns="91399" tIns="91399" rIns="91399" bIns="91399" anchor="ctr"/>
          <a:lstStyle>
            <a:lvl1pPr algn="r" defTabSz="2438400">
              <a:defRPr sz="1600">
                <a:solidFill>
                  <a:srgbClr val="009EE0"/>
                </a:solidFill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o del título"/>
          <p:cNvSpPr txBox="1">
            <a:spLocks noGrp="1"/>
          </p:cNvSpPr>
          <p:nvPr>
            <p:ph type="title"/>
          </p:nvPr>
        </p:nvSpPr>
        <p:spPr>
          <a:xfrm>
            <a:off x="831199" y="1186733"/>
            <a:ext cx="22721602" cy="1527201"/>
          </a:xfrm>
          <a:prstGeom prst="rect">
            <a:avLst/>
          </a:prstGeom>
        </p:spPr>
        <p:txBody>
          <a:bodyPr lIns="243799" tIns="243799" rIns="243799" bIns="243799"/>
          <a:lstStyle>
            <a:lvl1pPr defTabSz="2438400">
              <a:lnSpc>
                <a:spcPct val="100000"/>
              </a:lnSpc>
              <a:defRPr sz="7400" b="0" spc="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27" name="Nivel de texto 1…"/>
          <p:cNvSpPr txBox="1">
            <a:spLocks noGrp="1"/>
          </p:cNvSpPr>
          <p:nvPr>
            <p:ph type="body" idx="1"/>
          </p:nvPr>
        </p:nvSpPr>
        <p:spPr>
          <a:xfrm>
            <a:off x="831199" y="3073266"/>
            <a:ext cx="22721602" cy="9110401"/>
          </a:xfrm>
          <a:prstGeom prst="rect">
            <a:avLst/>
          </a:prstGeom>
        </p:spPr>
        <p:txBody>
          <a:bodyPr lIns="243799" tIns="243799" rIns="243799" bIns="243799"/>
          <a:lstStyle>
            <a:lvl1pPr marL="1028700" indent="-914400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Helvetica"/>
              <a:buChar char="●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6854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Helvetica"/>
              <a:buChar char="○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21426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Helvetica"/>
              <a:buChar char="■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5998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Helvetica"/>
              <a:buChar char="●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57071" indent="-1088571" defTabSz="243840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4800"/>
              <a:buFont typeface="Helvetica"/>
              <a:buChar char="○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2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188838" y="12524796"/>
            <a:ext cx="867584" cy="870499"/>
          </a:xfrm>
          <a:prstGeom prst="rect">
            <a:avLst/>
          </a:prstGeom>
        </p:spPr>
        <p:txBody>
          <a:bodyPr lIns="243799" tIns="243799" rIns="243799" bIns="243799" anchor="ctr">
            <a:normAutofit/>
          </a:bodyPr>
          <a:lstStyle>
            <a:lvl1pPr algn="r" defTabSz="2438400">
              <a:defRPr sz="2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Título y objetos con foto_2_2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600132" y="2743199"/>
            <a:ext cx="13542403" cy="9041601"/>
          </a:xfrm>
          <a:prstGeom prst="rect">
            <a:avLst/>
          </a:prstGeom>
        </p:spPr>
        <p:txBody>
          <a:bodyPr lIns="143999" tIns="143999" rIns="143999" bIns="143999"/>
          <a:lstStyle>
            <a:lvl1pPr marL="1028700" indent="-914400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Helvetica"/>
              <a:buChar char="●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6854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Helvetica"/>
              <a:buChar char="○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21426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Helvetica"/>
              <a:buChar char="■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5998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Helvetica"/>
              <a:buChar char="●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57071" indent="-1088571" defTabSz="2438400">
              <a:lnSpc>
                <a:spcPct val="100000"/>
              </a:lnSpc>
              <a:spcBef>
                <a:spcPts val="1300"/>
              </a:spcBef>
              <a:buClr>
                <a:srgbClr val="595959"/>
              </a:buClr>
              <a:buSzPts val="4800"/>
              <a:buFont typeface="Helvetica"/>
              <a:buChar char="○"/>
              <a:defRPr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36" name="Texto del título"/>
          <p:cNvSpPr txBox="1">
            <a:spLocks noGrp="1"/>
          </p:cNvSpPr>
          <p:nvPr>
            <p:ph type="title"/>
          </p:nvPr>
        </p:nvSpPr>
        <p:spPr>
          <a:xfrm>
            <a:off x="600132" y="520733"/>
            <a:ext cx="13542403" cy="1208801"/>
          </a:xfrm>
          <a:prstGeom prst="rect">
            <a:avLst/>
          </a:prstGeom>
        </p:spPr>
        <p:txBody>
          <a:bodyPr lIns="143999" tIns="143999" rIns="143999" bIns="143999"/>
          <a:lstStyle>
            <a:lvl1pPr defTabSz="2438400">
              <a:lnSpc>
                <a:spcPct val="90000"/>
              </a:lnSpc>
              <a:defRPr sz="7400" b="0" spc="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37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299217" y="12609177"/>
            <a:ext cx="667984" cy="670898"/>
          </a:xfrm>
          <a:prstGeom prst="rect">
            <a:avLst/>
          </a:prstGeom>
        </p:spPr>
        <p:txBody>
          <a:bodyPr lIns="143999" tIns="143999" rIns="143999" bIns="143999" anchor="ctr">
            <a:normAutofit/>
          </a:bodyPr>
          <a:lstStyle>
            <a:lvl1pPr algn="r" defTabSz="2438400">
              <a:defRPr sz="2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2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Título de la diapositiva</a:t>
            </a:r>
          </a:p>
        </p:txBody>
      </p:sp>
      <p:sp>
        <p:nvSpPr>
          <p:cNvPr id="3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" name="UPC-positiu-p3005.png" descr="UPC-positiu-p3005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0856144" y="12660868"/>
            <a:ext cx="3514106" cy="1053613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1026" name="Picture 2" descr="Hipoteca Caixabank - Genial Banking">
            <a:extLst>
              <a:ext uri="{FF2B5EF4-FFF2-40B4-BE49-F238E27FC236}">
                <a16:creationId xmlns:a16="http://schemas.microsoft.com/office/drawing/2014/main" id="{9D029EDC-DB83-5330-D10A-C2668AAE0957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096023" y="12728883"/>
            <a:ext cx="3514105" cy="907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 userDrawn="1">
          <p15:clr>
            <a:srgbClr val="F26B43"/>
          </p15:clr>
        </p15:guide>
        <p15:guide id="2" pos="76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Dr. Vicenç Fernández Alarcón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r>
              <a:t>Dr. Vicenç Fernández Alarcón</a:t>
            </a:r>
          </a:p>
        </p:txBody>
      </p:sp>
      <p:sp>
        <p:nvSpPr>
          <p:cNvPr id="347" name="Storytelling con datos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Storytelling con datos</a:t>
            </a:r>
          </a:p>
        </p:txBody>
      </p:sp>
      <p:sp>
        <p:nvSpPr>
          <p:cNvPr id="348" name="¡¡¡Contando historias!!!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¡¡¡Contando historias!!!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torytelling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Storytelling</a:t>
            </a:r>
          </a:p>
        </p:txBody>
      </p:sp>
      <p:sp>
        <p:nvSpPr>
          <p:cNvPr id="351" name="El por qué…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9600"/>
            </a:pPr>
            <a:r>
              <a:t>El por qué…</a:t>
            </a:r>
          </a:p>
          <a:p>
            <a:pPr>
              <a:defRPr sz="9600"/>
            </a:pPr>
            <a:r>
              <a:t>El qué…</a:t>
            </a:r>
          </a:p>
          <a:p>
            <a:pPr>
              <a:defRPr sz="9600"/>
            </a:pPr>
            <a:r>
              <a:t>El cómo… </a:t>
            </a:r>
          </a:p>
        </p:txBody>
      </p:sp>
      <p:pic>
        <p:nvPicPr>
          <p:cNvPr id="352" name="Cuenco de pappardelle con mantequilla de perejil, avellanas tostadas y lascas de queso parmesano" descr="Cuenco de pappardelle con mantequilla de perejil, avellanas tostadas y lascas de queso parmesano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609" r="30478"/>
          <a:stretch>
            <a:fillRect/>
          </a:stretch>
        </p:blipFill>
        <p:spPr>
          <a:xfrm>
            <a:off x="12191999" y="1263848"/>
            <a:ext cx="10916874" cy="11188205"/>
          </a:xfrm>
          <a:prstGeom prst="rect">
            <a:avLst/>
          </a:prstGeom>
        </p:spPr>
      </p:pic>
      <p:sp>
        <p:nvSpPr>
          <p:cNvPr id="353" name="Agend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Agenda</a:t>
            </a:r>
          </a:p>
        </p:txBody>
      </p:sp>
      <p:sp>
        <p:nvSpPr>
          <p:cNvPr id="35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2065050" y="13080999"/>
            <a:ext cx="241403" cy="374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  <p:sp>
        <p:nvSpPr>
          <p:cNvPr id="355" name="Image by Dorothe from Pixabay"/>
          <p:cNvSpPr txBox="1"/>
          <p:nvPr/>
        </p:nvSpPr>
        <p:spPr>
          <a:xfrm>
            <a:off x="12196105" y="12449290"/>
            <a:ext cx="2959507" cy="324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600" i="1">
                <a:solidFill>
                  <a:srgbClr val="D5D5D5"/>
                </a:solidFill>
              </a:defRPr>
            </a:lvl1pPr>
          </a:lstStyle>
          <a:p>
            <a:r>
              <a:t>Image by Dorothe from Pixabay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vicenc.fernandez@upc.ed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/>
            </a:lvl1pPr>
          </a:lstStyle>
          <a:p>
            <a:r>
              <a:rPr dirty="0"/>
              <a:t>vicenc.fernandez@upc.edu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37</Words>
  <Application>Microsoft Office PowerPoint</Application>
  <PresentationFormat>Personalizado</PresentationFormat>
  <Paragraphs>11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Aptos</vt:lpstr>
      <vt:lpstr>Arial</vt:lpstr>
      <vt:lpstr>Helvetica</vt:lpstr>
      <vt:lpstr>Helvetica Neue</vt:lpstr>
      <vt:lpstr>Roboto</vt:lpstr>
      <vt:lpstr>Tahoma</vt:lpstr>
      <vt:lpstr>21_BasicWhite</vt:lpstr>
      <vt:lpstr>Storytelling con datos</vt:lpstr>
      <vt:lpstr>Agenda</vt:lpstr>
      <vt:lpstr>vicenc.fernandez@upc.edu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SERGI RAMIREZ MITJANS</cp:lastModifiedBy>
  <cp:revision>2</cp:revision>
  <dcterms:modified xsi:type="dcterms:W3CDTF">2026-04-14T19:03:55Z</dcterms:modified>
</cp:coreProperties>
</file>