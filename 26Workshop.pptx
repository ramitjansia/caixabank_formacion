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256" r:id="rId2"/>
    <p:sldId id="257" r:id="rId3"/>
    <p:sldId id="258" r:id="rId4"/>
    <p:sldId id="259" r:id="rId5"/>
    <p:sldId id="260" r:id="rId6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47" d="100"/>
          <a:sy n="47" d="100"/>
        </p:scale>
        <p:origin x="228" y="270"/>
      </p:cViewPr>
      <p:guideLst>
        <p:guide orient="horz" pos="4320"/>
        <p:guide pos="76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81" d="100"/>
          <a:sy n="81" d="100"/>
        </p:scale>
        <p:origin x="3894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45A0E738-24AA-BADC-A8C4-C87DF1E2F2F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A450776-E0F4-D0DB-68BB-6CD13426E16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503C6F-49BD-47BC-9EDA-98E10EA3EBA1}" type="datetimeFigureOut">
              <a:rPr lang="es-ES" smtClean="0"/>
              <a:t>14/04/2026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9EDCFA64-C47B-5EA0-99EF-3723381DB61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0BFDA614-347F-8CFD-6074-52BBCB6F1AB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3D6D43-E4BF-4333-A4CB-0EF4A7869D8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78775073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Shape 343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44" name="Shape 344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jpe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dublin-2344423_1280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062" r="29062"/>
          <a:stretch/>
        </p:blipFill>
        <p:spPr>
          <a:xfrm>
            <a:off x="14141994" y="0"/>
            <a:ext cx="10261229" cy="13765240"/>
          </a:xfrm>
          <a:prstGeom prst="rect">
            <a:avLst/>
          </a:prstGeom>
          <a:ln w="12700">
            <a:miter lim="400000"/>
          </a:ln>
        </p:spPr>
      </p:pic>
      <p:sp>
        <p:nvSpPr>
          <p:cNvPr id="14" name="Autor y fecha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1340" y="118598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67715">
              <a:lnSpc>
                <a:spcPct val="100000"/>
              </a:lnSpc>
              <a:spcBef>
                <a:spcPts val="0"/>
              </a:spcBef>
              <a:buSzTx/>
              <a:buNone/>
              <a:defRPr sz="3720"/>
            </a:lvl1pPr>
          </a:lstStyle>
          <a:p>
            <a:r>
              <a:t>Autor y fecha</a:t>
            </a:r>
          </a:p>
        </p:txBody>
      </p:sp>
      <p:sp>
        <p:nvSpPr>
          <p:cNvPr id="15" name="Título de la presentación"/>
          <p:cNvSpPr txBox="1">
            <a:spLocks noGrp="1"/>
          </p:cNvSpPr>
          <p:nvPr>
            <p:ph type="title" hasCustomPrompt="1"/>
          </p:nvPr>
        </p:nvSpPr>
        <p:spPr>
          <a:xfrm>
            <a:off x="1155696" y="5090788"/>
            <a:ext cx="13577991" cy="4648201"/>
          </a:xfrm>
          <a:prstGeom prst="rect">
            <a:avLst/>
          </a:prstGeom>
        </p:spPr>
        <p:txBody>
          <a:bodyPr anchor="b"/>
          <a:lstStyle>
            <a:lvl1pPr>
              <a:defRPr sz="10000" spc="-200"/>
            </a:lvl1pPr>
          </a:lstStyle>
          <a:p>
            <a:r>
              <a:t>Título de la presentación</a:t>
            </a:r>
          </a:p>
        </p:txBody>
      </p:sp>
      <p:sp>
        <p:nvSpPr>
          <p:cNvPr id="16" name="Nivel de texto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6500" y="9661590"/>
            <a:ext cx="13042206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000" b="1" i="1">
                <a:solidFill>
                  <a:srgbClr val="5E5E5E"/>
                </a:solidFill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000" b="1" i="1">
                <a:solidFill>
                  <a:srgbClr val="5E5E5E"/>
                </a:solidFill>
              </a:defRPr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000" b="1" i="1">
                <a:solidFill>
                  <a:srgbClr val="5E5E5E"/>
                </a:solidFill>
              </a:defRPr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000" b="1" i="1">
                <a:solidFill>
                  <a:srgbClr val="5E5E5E"/>
                </a:solidFill>
              </a:defRPr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000" b="1" i="1">
                <a:solidFill>
                  <a:srgbClr val="5E5E5E"/>
                </a:solidFill>
              </a:defRPr>
            </a:lvl5pPr>
          </a:lstStyle>
          <a:p>
            <a:r>
              <a:t>Subtítulo de la presentación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pic>
        <p:nvPicPr>
          <p:cNvPr id="17" name="UPC-positiu-p3005.png" descr="UPC-positiu-p30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037" y="810914"/>
            <a:ext cx="7200901" cy="21590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8" name="Imagen" descr="Image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41994" y="0"/>
            <a:ext cx="3711788" cy="13919200"/>
          </a:xfrm>
          <a:prstGeom prst="rect">
            <a:avLst/>
          </a:prstGeom>
          <a:ln w="12700">
            <a:miter lim="400000"/>
          </a:ln>
        </p:spPr>
      </p:pic>
      <p:sp>
        <p:nvSpPr>
          <p:cNvPr id="20" name="Número de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  <p:pic>
        <p:nvPicPr>
          <p:cNvPr id="2" name="Picture 2" descr="Hipoteca Caixabank - Genial Banking">
            <a:extLst>
              <a:ext uri="{FF2B5EF4-FFF2-40B4-BE49-F238E27FC236}">
                <a16:creationId xmlns:a16="http://schemas.microsoft.com/office/drawing/2014/main" id="{16193C11-0659-217A-77E1-AAB4767EA92F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531" b="26543"/>
          <a:stretch>
            <a:fillRect/>
          </a:stretch>
        </p:blipFill>
        <p:spPr bwMode="auto">
          <a:xfrm>
            <a:off x="9788641" y="1112996"/>
            <a:ext cx="5572854" cy="1439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Secc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ángulo"/>
          <p:cNvSpPr/>
          <p:nvPr/>
        </p:nvSpPr>
        <p:spPr>
          <a:xfrm>
            <a:off x="14126288" y="-6313"/>
            <a:ext cx="10340622" cy="13728625"/>
          </a:xfrm>
          <a:prstGeom prst="rect">
            <a:avLst/>
          </a:prstGeom>
          <a:solidFill>
            <a:srgbClr val="3579BB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28" name="Título de la presentación"/>
          <p:cNvSpPr txBox="1">
            <a:spLocks noGrp="1"/>
          </p:cNvSpPr>
          <p:nvPr>
            <p:ph type="title" hasCustomPrompt="1"/>
          </p:nvPr>
        </p:nvSpPr>
        <p:spPr>
          <a:xfrm>
            <a:off x="1107219" y="6108808"/>
            <a:ext cx="13577991" cy="4648201"/>
          </a:xfrm>
          <a:prstGeom prst="rect">
            <a:avLst/>
          </a:prstGeom>
        </p:spPr>
        <p:txBody>
          <a:bodyPr anchor="b"/>
          <a:lstStyle/>
          <a:p>
            <a:r>
              <a:t>Título de la presentación</a:t>
            </a:r>
          </a:p>
        </p:txBody>
      </p:sp>
      <p:sp>
        <p:nvSpPr>
          <p:cNvPr id="29" name="Nivel de texto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182261" y="11205037"/>
            <a:ext cx="13042206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000" b="1" i="1">
                <a:solidFill>
                  <a:srgbClr val="929292"/>
                </a:solidFill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000" b="1" i="1">
                <a:solidFill>
                  <a:srgbClr val="929292"/>
                </a:solidFill>
              </a:defRPr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000" b="1" i="1">
                <a:solidFill>
                  <a:srgbClr val="929292"/>
                </a:solidFill>
              </a:defRPr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000" b="1" i="1">
                <a:solidFill>
                  <a:srgbClr val="929292"/>
                </a:solidFill>
              </a:defRPr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000" b="1" i="1">
                <a:solidFill>
                  <a:srgbClr val="929292"/>
                </a:solidFill>
              </a:defRPr>
            </a:lvl5pPr>
          </a:lstStyle>
          <a:p>
            <a:r>
              <a:t>Subtítulo de la presentación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pic>
        <p:nvPicPr>
          <p:cNvPr id="30" name="Imagen" descr="Imag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21083" y="-101600"/>
            <a:ext cx="3711788" cy="13919200"/>
          </a:xfrm>
          <a:prstGeom prst="rect">
            <a:avLst/>
          </a:prstGeom>
          <a:ln w="12700">
            <a:miter lim="400000"/>
          </a:ln>
        </p:spPr>
      </p:pic>
      <p:sp>
        <p:nvSpPr>
          <p:cNvPr id="31" name="Triángulo"/>
          <p:cNvSpPr/>
          <p:nvPr/>
        </p:nvSpPr>
        <p:spPr>
          <a:xfrm>
            <a:off x="14099153" y="-43542"/>
            <a:ext cx="3984247" cy="1382848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0"/>
                </a:lnTo>
                <a:lnTo>
                  <a:pt x="21600" y="0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pic>
        <p:nvPicPr>
          <p:cNvPr id="32" name="UPC-blanc-fons-transp.png" descr="UPC-blanc-fons-trans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06334" y="901769"/>
            <a:ext cx="6096001" cy="1827726"/>
          </a:xfrm>
          <a:prstGeom prst="rect">
            <a:avLst/>
          </a:prstGeom>
          <a:ln w="12700">
            <a:miter lim="400000"/>
          </a:ln>
        </p:spPr>
      </p:pic>
      <p:pic>
        <p:nvPicPr>
          <p:cNvPr id="33" name="TTL-logo_white.png" descr="TTL-logo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984134" y="3256183"/>
            <a:ext cx="5740401" cy="1334703"/>
          </a:xfrm>
          <a:prstGeom prst="rect">
            <a:avLst/>
          </a:prstGeom>
          <a:ln w="12700">
            <a:miter lim="400000"/>
          </a:ln>
        </p:spPr>
      </p:pic>
      <p:sp>
        <p:nvSpPr>
          <p:cNvPr id="34" name="Número de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Seccion azul">
    <p:bg>
      <p:bgPr>
        <a:solidFill>
          <a:srgbClr val="3579B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ángulo"/>
          <p:cNvSpPr/>
          <p:nvPr/>
        </p:nvSpPr>
        <p:spPr>
          <a:xfrm>
            <a:off x="14126288" y="-6313"/>
            <a:ext cx="10340622" cy="13728625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42" name="Título de la presentación"/>
          <p:cNvSpPr txBox="1">
            <a:spLocks noGrp="1"/>
          </p:cNvSpPr>
          <p:nvPr>
            <p:ph type="title" hasCustomPrompt="1"/>
          </p:nvPr>
        </p:nvSpPr>
        <p:spPr>
          <a:xfrm>
            <a:off x="1107219" y="6108808"/>
            <a:ext cx="13577991" cy="4648201"/>
          </a:xfrm>
          <a:prstGeom prst="rect">
            <a:avLst/>
          </a:prstGeom>
        </p:spPr>
        <p:txBody>
          <a:bodyPr anchor="b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t>Título de la presentación</a:t>
            </a:r>
          </a:p>
        </p:txBody>
      </p:sp>
      <p:sp>
        <p:nvSpPr>
          <p:cNvPr id="43" name="Nivel de texto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182261" y="11205037"/>
            <a:ext cx="13042206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000" b="1" i="1">
                <a:solidFill>
                  <a:srgbClr val="D5D5D5"/>
                </a:solidFill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000" b="1" i="1">
                <a:solidFill>
                  <a:srgbClr val="D5D5D5"/>
                </a:solidFill>
              </a:defRPr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000" b="1" i="1">
                <a:solidFill>
                  <a:srgbClr val="D5D5D5"/>
                </a:solidFill>
              </a:defRPr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000" b="1" i="1">
                <a:solidFill>
                  <a:srgbClr val="D5D5D5"/>
                </a:solidFill>
              </a:defRPr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000" b="1" i="1">
                <a:solidFill>
                  <a:srgbClr val="D5D5D5"/>
                </a:solidFill>
              </a:defRPr>
            </a:lvl5pPr>
          </a:lstStyle>
          <a:p>
            <a:r>
              <a:t>Subtítulo de la presentación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pic>
        <p:nvPicPr>
          <p:cNvPr id="44" name="UPC-positiu-p3005.png" descr="UPC-positiu-p30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69270" y="980584"/>
            <a:ext cx="6095179" cy="1827480"/>
          </a:xfrm>
          <a:prstGeom prst="rect">
            <a:avLst/>
          </a:prstGeom>
          <a:ln w="12700">
            <a:miter lim="400000"/>
          </a:ln>
        </p:spPr>
      </p:pic>
      <p:pic>
        <p:nvPicPr>
          <p:cNvPr id="45" name="Imagen" descr="Image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21083" y="-101600"/>
            <a:ext cx="3711788" cy="13919200"/>
          </a:xfrm>
          <a:prstGeom prst="rect">
            <a:avLst/>
          </a:prstGeom>
          <a:ln w="12700">
            <a:miter lim="400000"/>
          </a:ln>
        </p:spPr>
      </p:pic>
      <p:pic>
        <p:nvPicPr>
          <p:cNvPr id="46" name="TTL-logo_color.png" descr="TTL-logo_col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46506" y="3132573"/>
            <a:ext cx="5740706" cy="1442332"/>
          </a:xfrm>
          <a:prstGeom prst="rect">
            <a:avLst/>
          </a:prstGeom>
          <a:ln w="12700">
            <a:miter lim="400000"/>
          </a:ln>
        </p:spPr>
      </p:pic>
      <p:sp>
        <p:nvSpPr>
          <p:cNvPr id="47" name="Triángulo"/>
          <p:cNvSpPr/>
          <p:nvPr/>
        </p:nvSpPr>
        <p:spPr>
          <a:xfrm>
            <a:off x="14099153" y="-43542"/>
            <a:ext cx="3984247" cy="1382848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0"/>
                </a:lnTo>
                <a:lnTo>
                  <a:pt x="21600" y="0"/>
                </a:lnTo>
                <a:close/>
              </a:path>
            </a:pathLst>
          </a:custGeom>
          <a:solidFill>
            <a:srgbClr val="3579BB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48" name="Número de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Sección especi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rid-3227320_1920.jpg" descr="grid-3227320_19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  <p:sp>
        <p:nvSpPr>
          <p:cNvPr id="56" name="Título de la presentación"/>
          <p:cNvSpPr txBox="1">
            <a:spLocks noGrp="1"/>
          </p:cNvSpPr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/>
          <a:p>
            <a:r>
              <a:t>Título de la presentación</a:t>
            </a:r>
          </a:p>
        </p:txBody>
      </p:sp>
      <p:sp>
        <p:nvSpPr>
          <p:cNvPr id="57" name="Nivel de texto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4500" b="1" i="1">
                <a:solidFill>
                  <a:srgbClr val="929292"/>
                </a:solidFill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4500" b="1" i="1">
                <a:solidFill>
                  <a:srgbClr val="929292"/>
                </a:solidFill>
              </a:defRPr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4500" b="1" i="1">
                <a:solidFill>
                  <a:srgbClr val="929292"/>
                </a:solidFill>
              </a:defRPr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4500" b="1" i="1">
                <a:solidFill>
                  <a:srgbClr val="929292"/>
                </a:solidFill>
              </a:defRPr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4500" b="1" i="1">
                <a:solidFill>
                  <a:srgbClr val="929292"/>
                </a:solidFill>
              </a:defRPr>
            </a:lvl5pPr>
          </a:lstStyle>
          <a:p>
            <a:r>
              <a:t>Subtítulo de la presentación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pic>
        <p:nvPicPr>
          <p:cNvPr id="58" name="TTL-logo_color.png" descr="TTL-logo_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5453" y="952197"/>
            <a:ext cx="3795086" cy="953502"/>
          </a:xfrm>
          <a:prstGeom prst="rect">
            <a:avLst/>
          </a:prstGeom>
          <a:ln w="12700">
            <a:miter lim="400000"/>
          </a:ln>
        </p:spPr>
      </p:pic>
      <p:pic>
        <p:nvPicPr>
          <p:cNvPr id="59" name="UPC-positiu-p3005.png" descr="UPC-positiu-p300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7690" y="741430"/>
            <a:ext cx="4586153" cy="1375037"/>
          </a:xfrm>
          <a:prstGeom prst="rect">
            <a:avLst/>
          </a:prstGeom>
          <a:ln w="12700">
            <a:miter lim="400000"/>
          </a:ln>
        </p:spPr>
      </p:pic>
      <p:sp>
        <p:nvSpPr>
          <p:cNvPr id="60" name="Número de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ítulo y viñet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Título de la diapositiva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Título de la diapositiva</a:t>
            </a:r>
          </a:p>
        </p:txBody>
      </p:sp>
      <p:sp>
        <p:nvSpPr>
          <p:cNvPr id="68" name="Subtítulo de la diapositiva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 i="1">
                <a:solidFill>
                  <a:srgbClr val="5E5E5E"/>
                </a:solidFill>
              </a:defRPr>
            </a:lvl1pPr>
          </a:lstStyle>
          <a:p>
            <a:r>
              <a:t>Subtítulo de la diapositiva</a:t>
            </a:r>
          </a:p>
        </p:txBody>
      </p:sp>
      <p:sp>
        <p:nvSpPr>
          <p:cNvPr id="69" name="Nivel de texto 1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Texto de viñeta de la diapositiva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70" name="Número de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ítulo y viñetas azul">
    <p:bg>
      <p:bgPr>
        <a:solidFill>
          <a:srgbClr val="3579B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Título de la diapositiva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t>Título de la diapositiva</a:t>
            </a:r>
          </a:p>
        </p:txBody>
      </p:sp>
      <p:sp>
        <p:nvSpPr>
          <p:cNvPr id="78" name="Subtítulo de la diapositiva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 i="1">
                <a:solidFill>
                  <a:srgbClr val="D5D5D5"/>
                </a:solidFill>
              </a:defRPr>
            </a:lvl1pPr>
          </a:lstStyle>
          <a:p>
            <a:r>
              <a:t>Subtítulo de la diapositiva</a:t>
            </a:r>
          </a:p>
        </p:txBody>
      </p:sp>
      <p:sp>
        <p:nvSpPr>
          <p:cNvPr id="79" name="Nivel de texto 1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lvl2pPr>
              <a:defRPr>
                <a:solidFill>
                  <a:srgbClr val="FFFFFF"/>
                </a:solidFill>
              </a:defRPr>
            </a:lvl2pPr>
            <a:lvl3pPr>
              <a:defRPr>
                <a:solidFill>
                  <a:srgbClr val="FFFFFF"/>
                </a:solidFill>
              </a:defRPr>
            </a:lvl3pPr>
            <a:lvl4pPr>
              <a:defRPr>
                <a:solidFill>
                  <a:srgbClr val="FFFFFF"/>
                </a:solidFill>
              </a:defRPr>
            </a:lvl4pPr>
            <a:lvl5pPr>
              <a:defRPr>
                <a:solidFill>
                  <a:srgbClr val="FFFFFF"/>
                </a:solidFill>
              </a:defRPr>
            </a:lvl5pPr>
          </a:lstStyle>
          <a:p>
            <a:r>
              <a:t>Texto de viñeta de la diapositiva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80" name="Número de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D5D5D5"/>
                </a:solidFill>
              </a:defRPr>
            </a:lvl1pPr>
          </a:lstStyle>
          <a:p>
            <a:fld id="{86CB4B4D-7CA3-9044-876B-883B54F8677D}" type="slidenum">
              <a:t>‹Nº›</a:t>
            </a:fld>
            <a:endParaRPr/>
          </a:p>
        </p:txBody>
      </p:sp>
      <p:pic>
        <p:nvPicPr>
          <p:cNvPr id="81" name="UPC-blanc-fons-transp.png" descr="UPC-blanc-fons-trans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53400" y="12661900"/>
            <a:ext cx="3517900" cy="1054750"/>
          </a:xfrm>
          <a:prstGeom prst="rect">
            <a:avLst/>
          </a:prstGeom>
          <a:ln w="12700">
            <a:miter lim="400000"/>
          </a:ln>
        </p:spPr>
      </p:pic>
      <p:pic>
        <p:nvPicPr>
          <p:cNvPr id="82" name="TTL-logo_white.png" descr="TTL-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03800" y="12801600"/>
            <a:ext cx="3111500" cy="72345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olo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Título de la diapositiva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4949"/>
          </a:xfrm>
          <a:prstGeom prst="rect">
            <a:avLst/>
          </a:prstGeom>
        </p:spPr>
        <p:txBody>
          <a:bodyPr/>
          <a:lstStyle/>
          <a:p>
            <a:r>
              <a:t>Título de la diapositiva</a:t>
            </a:r>
          </a:p>
        </p:txBody>
      </p:sp>
      <p:sp>
        <p:nvSpPr>
          <p:cNvPr id="90" name="Subtítulo de la diapositiva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 i="1">
                <a:solidFill>
                  <a:srgbClr val="5E5E5E"/>
                </a:solidFill>
              </a:defRPr>
            </a:lvl1pPr>
          </a:lstStyle>
          <a:p>
            <a:r>
              <a:t>Subtítulo de la diapositiva</a:t>
            </a:r>
          </a:p>
        </p:txBody>
      </p:sp>
      <p:sp>
        <p:nvSpPr>
          <p:cNvPr id="91" name="Número de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Solo título azul">
    <p:bg>
      <p:bgPr>
        <a:solidFill>
          <a:srgbClr val="3579B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Título de la diapositiva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494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t>Título de la diapositiva</a:t>
            </a:r>
          </a:p>
        </p:txBody>
      </p:sp>
      <p:sp>
        <p:nvSpPr>
          <p:cNvPr id="99" name="Subtítulo de la diapositiva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 i="1">
                <a:solidFill>
                  <a:srgbClr val="D5D5D5"/>
                </a:solidFill>
              </a:defRPr>
            </a:lvl1pPr>
          </a:lstStyle>
          <a:p>
            <a:r>
              <a:t>Subtítulo de la diapositiva</a:t>
            </a:r>
          </a:p>
        </p:txBody>
      </p:sp>
      <p:pic>
        <p:nvPicPr>
          <p:cNvPr id="100" name="UPC-blanc-fons-transp.png" descr="UPC-blanc-fons-trans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53400" y="12661900"/>
            <a:ext cx="3517900" cy="1054750"/>
          </a:xfrm>
          <a:prstGeom prst="rect">
            <a:avLst/>
          </a:prstGeom>
          <a:ln w="12700">
            <a:miter lim="400000"/>
          </a:ln>
        </p:spPr>
      </p:pic>
      <p:pic>
        <p:nvPicPr>
          <p:cNvPr id="101" name="TTL-logo_white.png" descr="TTL-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03800" y="12801600"/>
            <a:ext cx="3111500" cy="723456"/>
          </a:xfrm>
          <a:prstGeom prst="rect">
            <a:avLst/>
          </a:prstGeom>
          <a:ln w="12700">
            <a:miter lim="400000"/>
          </a:ln>
        </p:spPr>
      </p:pic>
      <p:sp>
        <p:nvSpPr>
          <p:cNvPr id="102" name="Número de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D5D5D5"/>
                </a:solidFill>
              </a:defRPr>
            </a:lvl1pPr>
          </a:lstStyle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ítulo, viñetas y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Subtítulo de la diapositiva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 i="1">
                <a:solidFill>
                  <a:srgbClr val="5E5E5E"/>
                </a:solidFill>
              </a:defRPr>
            </a:lvl1pPr>
          </a:lstStyle>
          <a:p>
            <a:r>
              <a:t>Subtítulo de la diapositiva</a:t>
            </a:r>
          </a:p>
        </p:txBody>
      </p:sp>
      <p:sp>
        <p:nvSpPr>
          <p:cNvPr id="110" name="Nivel de texto 1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r>
              <a:t>Texto de viñeta de la diapositiva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11" name="Cuenco de pappardelle con mantequilla de perejil, avellanas tostadas y lascas de queso parmesano"/>
          <p:cNvSpPr>
            <a:spLocks noGrp="1"/>
          </p:cNvSpPr>
          <p:nvPr>
            <p:ph type="pic" idx="22"/>
          </p:nvPr>
        </p:nvSpPr>
        <p:spPr>
          <a:xfrm>
            <a:off x="12192000" y="-407266"/>
            <a:ext cx="10916874" cy="1455583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12" name="Título de la diapositiva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r>
              <a:t>Título de la diapositiva</a:t>
            </a:r>
          </a:p>
        </p:txBody>
      </p:sp>
      <p:sp>
        <p:nvSpPr>
          <p:cNvPr id="113" name="Número de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ítulo, viñetas y foto azul">
    <p:bg>
      <p:bgPr>
        <a:solidFill>
          <a:srgbClr val="3579B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Subtítulo de la diapositiva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 i="1">
                <a:solidFill>
                  <a:srgbClr val="D5D5D5"/>
                </a:solidFill>
              </a:defRPr>
            </a:lvl1pPr>
          </a:lstStyle>
          <a:p>
            <a:r>
              <a:t>Subtítulo de la diapositiva</a:t>
            </a:r>
          </a:p>
        </p:txBody>
      </p:sp>
      <p:sp>
        <p:nvSpPr>
          <p:cNvPr id="121" name="Nivel de texto 1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lvl2pPr>
              <a:defRPr>
                <a:solidFill>
                  <a:srgbClr val="FFFFFF"/>
                </a:solidFill>
              </a:defRPr>
            </a:lvl2pPr>
            <a:lvl3pPr>
              <a:defRPr>
                <a:solidFill>
                  <a:srgbClr val="FFFFFF"/>
                </a:solidFill>
              </a:defRPr>
            </a:lvl3pPr>
            <a:lvl4pPr>
              <a:defRPr>
                <a:solidFill>
                  <a:srgbClr val="FFFFFF"/>
                </a:solidFill>
              </a:defRPr>
            </a:lvl4pPr>
            <a:lvl5pPr>
              <a:defRPr>
                <a:solidFill>
                  <a:srgbClr val="FFFFFF"/>
                </a:solidFill>
              </a:defRPr>
            </a:lvl5pPr>
          </a:lstStyle>
          <a:p>
            <a:r>
              <a:t>Texto de viñeta de la diapositiva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22" name="Cuenco de pappardelle con mantequilla de perejil, avellanas tostadas y lascas de queso parmesano"/>
          <p:cNvSpPr>
            <a:spLocks noGrp="1"/>
          </p:cNvSpPr>
          <p:nvPr>
            <p:ph type="pic" idx="22"/>
          </p:nvPr>
        </p:nvSpPr>
        <p:spPr>
          <a:xfrm>
            <a:off x="12192000" y="-407266"/>
            <a:ext cx="10916874" cy="1455583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23" name="Título de la diapositiva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t>Título de la diapositiva</a:t>
            </a:r>
          </a:p>
        </p:txBody>
      </p:sp>
      <p:pic>
        <p:nvPicPr>
          <p:cNvPr id="124" name="UPC-blanc-fons-transp.png" descr="UPC-blanc-fons-trans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53400" y="12661900"/>
            <a:ext cx="3517900" cy="1054750"/>
          </a:xfrm>
          <a:prstGeom prst="rect">
            <a:avLst/>
          </a:prstGeom>
          <a:ln w="12700">
            <a:miter lim="400000"/>
          </a:ln>
        </p:spPr>
      </p:pic>
      <p:pic>
        <p:nvPicPr>
          <p:cNvPr id="125" name="TTL-logo_white.png" descr="TTL-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03800" y="12801600"/>
            <a:ext cx="3111500" cy="723456"/>
          </a:xfrm>
          <a:prstGeom prst="rect">
            <a:avLst/>
          </a:prstGeom>
          <a:ln w="12700">
            <a:miter lim="400000"/>
          </a:ln>
        </p:spPr>
      </p:pic>
      <p:sp>
        <p:nvSpPr>
          <p:cNvPr id="126" name="Número de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D5D5D5"/>
                </a:solidFill>
              </a:defRPr>
            </a:lvl1pPr>
          </a:lstStyle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olo títulocent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Título de la diapositiva"/>
          <p:cNvSpPr txBox="1">
            <a:spLocks noGrp="1"/>
          </p:cNvSpPr>
          <p:nvPr>
            <p:ph type="title" hasCustomPrompt="1"/>
          </p:nvPr>
        </p:nvSpPr>
        <p:spPr>
          <a:xfrm>
            <a:off x="54848" y="6140525"/>
            <a:ext cx="24274304" cy="1434950"/>
          </a:xfrm>
          <a:prstGeom prst="rect">
            <a:avLst/>
          </a:prstGeom>
        </p:spPr>
        <p:txBody>
          <a:bodyPr/>
          <a:lstStyle>
            <a:lvl1pPr algn="ctr"/>
          </a:lstStyle>
          <a:p>
            <a:r>
              <a:t>Título de la diapositiva</a:t>
            </a:r>
          </a:p>
        </p:txBody>
      </p:sp>
      <p:sp>
        <p:nvSpPr>
          <p:cNvPr id="134" name="Número de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Solo título centro azul">
    <p:bg>
      <p:bgPr>
        <a:solidFill>
          <a:srgbClr val="3579B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Título de la diapositiva"/>
          <p:cNvSpPr txBox="1">
            <a:spLocks noGrp="1"/>
          </p:cNvSpPr>
          <p:nvPr>
            <p:ph type="title" hasCustomPrompt="1"/>
          </p:nvPr>
        </p:nvSpPr>
        <p:spPr>
          <a:xfrm>
            <a:off x="209359" y="6140525"/>
            <a:ext cx="24275341" cy="143495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r>
              <a:t>Título de la diapositiva</a:t>
            </a:r>
          </a:p>
        </p:txBody>
      </p:sp>
      <p:pic>
        <p:nvPicPr>
          <p:cNvPr id="142" name="UPC-blanc-fons-transp.png" descr="UPC-blanc-fons-trans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53400" y="12661900"/>
            <a:ext cx="3517900" cy="1054750"/>
          </a:xfrm>
          <a:prstGeom prst="rect">
            <a:avLst/>
          </a:prstGeom>
          <a:ln w="12700">
            <a:miter lim="400000"/>
          </a:ln>
        </p:spPr>
      </p:pic>
      <p:pic>
        <p:nvPicPr>
          <p:cNvPr id="143" name="TTL-logo_white.png" descr="TTL-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03800" y="12801600"/>
            <a:ext cx="3111500" cy="723456"/>
          </a:xfrm>
          <a:prstGeom prst="rect">
            <a:avLst/>
          </a:prstGeom>
          <a:ln w="12700">
            <a:miter lim="400000"/>
          </a:ln>
        </p:spPr>
      </p:pic>
      <p:sp>
        <p:nvSpPr>
          <p:cNvPr id="144" name="Número de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D5D5D5"/>
                </a:solidFill>
              </a:defRPr>
            </a:lvl1pPr>
          </a:lstStyle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ato importan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Nivel de texto 1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5pPr>
          </a:lstStyle>
          <a:p>
            <a:r>
              <a:t>100 %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52" name="Información fáctica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Información fáctica</a:t>
            </a:r>
          </a:p>
        </p:txBody>
      </p:sp>
      <p:sp>
        <p:nvSpPr>
          <p:cNvPr id="153" name="Número de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Dato importante azul">
    <p:bg>
      <p:bgPr>
        <a:solidFill>
          <a:srgbClr val="3579B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Nivel de texto 1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>
                <a:solidFill>
                  <a:srgbClr val="FFFFFF"/>
                </a:solidFill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>
                <a:solidFill>
                  <a:srgbClr val="FFFFFF"/>
                </a:solidFill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>
                <a:solidFill>
                  <a:srgbClr val="FFFFFF"/>
                </a:solidFill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>
                <a:solidFill>
                  <a:srgbClr val="FFFFFF"/>
                </a:solidFill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>
                <a:solidFill>
                  <a:srgbClr val="FFFFFF"/>
                </a:solidFill>
              </a:defRPr>
            </a:lvl5pPr>
          </a:lstStyle>
          <a:p>
            <a:r>
              <a:t>100 %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61" name="Información fáctica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>
                <a:solidFill>
                  <a:srgbClr val="FFFFFF"/>
                </a:solidFill>
              </a:defRPr>
            </a:lvl1pPr>
          </a:lstStyle>
          <a:p>
            <a:r>
              <a:t>Información fáctica</a:t>
            </a:r>
          </a:p>
        </p:txBody>
      </p:sp>
      <p:pic>
        <p:nvPicPr>
          <p:cNvPr id="162" name="UPC-blanc-fons-transp.png" descr="UPC-blanc-fons-trans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53400" y="12661900"/>
            <a:ext cx="3517900" cy="1054750"/>
          </a:xfrm>
          <a:prstGeom prst="rect">
            <a:avLst/>
          </a:prstGeom>
          <a:ln w="12700">
            <a:miter lim="400000"/>
          </a:ln>
        </p:spPr>
      </p:pic>
      <p:pic>
        <p:nvPicPr>
          <p:cNvPr id="163" name="TTL-logo_white.png" descr="TTL-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03800" y="12801600"/>
            <a:ext cx="3111500" cy="723456"/>
          </a:xfrm>
          <a:prstGeom prst="rect">
            <a:avLst/>
          </a:prstGeom>
          <a:ln w="12700">
            <a:miter lim="400000"/>
          </a:ln>
        </p:spPr>
      </p:pic>
      <p:sp>
        <p:nvSpPr>
          <p:cNvPr id="164" name="Número de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Número de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En blanco azul">
    <p:bg>
      <p:bgPr>
        <a:solidFill>
          <a:srgbClr val="3579B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UPC-blanc-fons-transp.png" descr="UPC-blanc-fons-trans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53400" y="12661900"/>
            <a:ext cx="3517900" cy="1054750"/>
          </a:xfrm>
          <a:prstGeom prst="rect">
            <a:avLst/>
          </a:prstGeom>
          <a:ln w="12700">
            <a:miter lim="400000"/>
          </a:ln>
        </p:spPr>
      </p:pic>
      <p:pic>
        <p:nvPicPr>
          <p:cNvPr id="179" name="TTL-logo_white.png" descr="TTL-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03800" y="12801600"/>
            <a:ext cx="3111500" cy="723456"/>
          </a:xfrm>
          <a:prstGeom prst="rect">
            <a:avLst/>
          </a:prstGeom>
          <a:ln w="12700">
            <a:miter lim="400000"/>
          </a:ln>
        </p:spPr>
      </p:pic>
      <p:sp>
        <p:nvSpPr>
          <p:cNvPr id="180" name="Número de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D5D5D5"/>
                </a:solidFill>
              </a:defRPr>
            </a:lvl1pPr>
          </a:lstStyle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3 f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Cuenco de ensalada con arroz frito, huevos duros y palillos"/>
          <p:cNvSpPr>
            <a:spLocks noGrp="1"/>
          </p:cNvSpPr>
          <p:nvPr>
            <p:ph type="pic" sz="quarter" idx="21"/>
          </p:nvPr>
        </p:nvSpPr>
        <p:spPr>
          <a:xfrm>
            <a:off x="15760700" y="1016000"/>
            <a:ext cx="7439099" cy="594967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88" name="Cuenco con pasteles de salmón, ensalada y hummus"/>
          <p:cNvSpPr>
            <a:spLocks noGrp="1"/>
          </p:cNvSpPr>
          <p:nvPr>
            <p:ph type="pic" sz="half" idx="22"/>
          </p:nvPr>
        </p:nvSpPr>
        <p:spPr>
          <a:xfrm>
            <a:off x="13500100" y="3978275"/>
            <a:ext cx="10439400" cy="1215018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89" name="Cuenco de pappardelle con mantequilla de perejil, avellanas tostadas y lascas de queso parmesano"/>
          <p:cNvSpPr>
            <a:spLocks noGrp="1"/>
          </p:cNvSpPr>
          <p:nvPr>
            <p:ph type="pic" idx="23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90" name="Número de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3 fotos azul">
    <p:bg>
      <p:bgPr>
        <a:solidFill>
          <a:srgbClr val="3579B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Cuenco de ensalada con arroz frito, huevos duros y palillos"/>
          <p:cNvSpPr>
            <a:spLocks noGrp="1"/>
          </p:cNvSpPr>
          <p:nvPr>
            <p:ph type="pic" sz="quarter" idx="21"/>
          </p:nvPr>
        </p:nvSpPr>
        <p:spPr>
          <a:xfrm>
            <a:off x="15760700" y="1016000"/>
            <a:ext cx="7439099" cy="594967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98" name="Cuenco con pasteles de salmón, ensalada y hummus"/>
          <p:cNvSpPr>
            <a:spLocks noGrp="1"/>
          </p:cNvSpPr>
          <p:nvPr>
            <p:ph type="pic" sz="half" idx="22"/>
          </p:nvPr>
        </p:nvSpPr>
        <p:spPr>
          <a:xfrm>
            <a:off x="13500100" y="3978275"/>
            <a:ext cx="10439400" cy="1215018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99" name="Cuenco de pappardelle con mantequilla de perejil, avellanas tostadas y lascas de queso parmesano"/>
          <p:cNvSpPr>
            <a:spLocks noGrp="1"/>
          </p:cNvSpPr>
          <p:nvPr>
            <p:ph type="pic" idx="23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pic>
        <p:nvPicPr>
          <p:cNvPr id="200" name="UPC-blanc-fons-transp.png" descr="UPC-blanc-fons-trans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53400" y="12661900"/>
            <a:ext cx="3517900" cy="1054750"/>
          </a:xfrm>
          <a:prstGeom prst="rect">
            <a:avLst/>
          </a:prstGeom>
          <a:ln w="12700">
            <a:miter lim="400000"/>
          </a:ln>
        </p:spPr>
      </p:pic>
      <p:pic>
        <p:nvPicPr>
          <p:cNvPr id="201" name="TTL-logo_white.png" descr="TTL-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03800" y="12801600"/>
            <a:ext cx="3111500" cy="723456"/>
          </a:xfrm>
          <a:prstGeom prst="rect">
            <a:avLst/>
          </a:prstGeom>
          <a:ln w="12700">
            <a:miter lim="400000"/>
          </a:ln>
        </p:spPr>
      </p:pic>
      <p:sp>
        <p:nvSpPr>
          <p:cNvPr id="202" name="Número de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D5D5D5"/>
                </a:solidFill>
              </a:defRPr>
            </a:lvl1pPr>
          </a:lstStyle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 f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Cuenco de ensalada con arroz frito, huevos duros y palillos"/>
          <p:cNvSpPr>
            <a:spLocks noGrp="1"/>
          </p:cNvSpPr>
          <p:nvPr>
            <p:ph type="pic" sz="half" idx="21"/>
          </p:nvPr>
        </p:nvSpPr>
        <p:spPr>
          <a:xfrm>
            <a:off x="12467095" y="1979684"/>
            <a:ext cx="11454099" cy="11173104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210" name="Cuenco de pappardelle con mantequilla de perejil, avellanas tostadas y lascas de queso parmesano"/>
          <p:cNvSpPr>
            <a:spLocks noGrp="1"/>
          </p:cNvSpPr>
          <p:nvPr>
            <p:ph type="pic" idx="22"/>
          </p:nvPr>
        </p:nvSpPr>
        <p:spPr>
          <a:xfrm>
            <a:off x="-540920" y="1756648"/>
            <a:ext cx="13400896" cy="11257884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211" name="Número de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  <p:sp>
        <p:nvSpPr>
          <p:cNvPr id="212" name="La Gran Idea"/>
          <p:cNvSpPr txBox="1"/>
          <p:nvPr/>
        </p:nvSpPr>
        <p:spPr>
          <a:xfrm>
            <a:off x="520700" y="596900"/>
            <a:ext cx="9779000" cy="143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>
            <a:lvl1pPr algn="l">
              <a:lnSpc>
                <a:spcPct val="80000"/>
              </a:lnSpc>
              <a:defRPr sz="8500" b="1" spc="-170">
                <a:solidFill>
                  <a:srgbClr val="000000"/>
                </a:solidFill>
              </a:defRPr>
            </a:lvl1pPr>
          </a:lstStyle>
          <a:p>
            <a:r>
              <a:t>La Gran Idea</a:t>
            </a:r>
          </a:p>
        </p:txBody>
      </p:sp>
    </p:spTree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2 fotos azul">
    <p:bg>
      <p:bgPr>
        <a:solidFill>
          <a:srgbClr val="3579B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Cuenco de ensalada con arroz frito, huevos duros y palillos"/>
          <p:cNvSpPr>
            <a:spLocks noGrp="1"/>
          </p:cNvSpPr>
          <p:nvPr>
            <p:ph type="pic" sz="half" idx="21"/>
          </p:nvPr>
        </p:nvSpPr>
        <p:spPr>
          <a:xfrm>
            <a:off x="12467095" y="1979684"/>
            <a:ext cx="11454099" cy="11173104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220" name="Cuenco de pappardelle con mantequilla de perejil, avellanas tostadas y lascas de queso parmesano"/>
          <p:cNvSpPr>
            <a:spLocks noGrp="1"/>
          </p:cNvSpPr>
          <p:nvPr>
            <p:ph type="pic" idx="22"/>
          </p:nvPr>
        </p:nvSpPr>
        <p:spPr>
          <a:xfrm>
            <a:off x="-540920" y="1756648"/>
            <a:ext cx="13400896" cy="11257884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221" name="Número de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D5D5D5"/>
                </a:solidFill>
              </a:defRPr>
            </a:lvl1pPr>
          </a:lstStyle>
          <a:p>
            <a:fld id="{86CB4B4D-7CA3-9044-876B-883B54F8677D}" type="slidenum">
              <a:t>‹Nº›</a:t>
            </a:fld>
            <a:endParaRPr/>
          </a:p>
        </p:txBody>
      </p:sp>
      <p:sp>
        <p:nvSpPr>
          <p:cNvPr id="222" name="Título de la diapositiva"/>
          <p:cNvSpPr txBox="1"/>
          <p:nvPr/>
        </p:nvSpPr>
        <p:spPr>
          <a:xfrm>
            <a:off x="576297" y="715921"/>
            <a:ext cx="9779001" cy="143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>
            <a:lvl1pPr algn="l" defTabSz="2121354">
              <a:lnSpc>
                <a:spcPct val="80000"/>
              </a:lnSpc>
              <a:defRPr sz="7394" b="1" spc="-147">
                <a:solidFill>
                  <a:srgbClr val="FFFFFF"/>
                </a:solidFill>
              </a:defRPr>
            </a:lvl1pPr>
          </a:lstStyle>
          <a:p>
            <a:r>
              <a:t>Título de la diapositiva</a:t>
            </a:r>
          </a:p>
        </p:txBody>
      </p:sp>
      <p:pic>
        <p:nvPicPr>
          <p:cNvPr id="223" name="UPC-blanc-fons-transp.png" descr="UPC-blanc-fons-trans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53400" y="12661900"/>
            <a:ext cx="3517900" cy="1054750"/>
          </a:xfrm>
          <a:prstGeom prst="rect">
            <a:avLst/>
          </a:prstGeom>
          <a:ln w="12700">
            <a:miter lim="400000"/>
          </a:ln>
        </p:spPr>
      </p:pic>
      <p:pic>
        <p:nvPicPr>
          <p:cNvPr id="224" name="TTL-logo_white.png" descr="TTL-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03800" y="12801600"/>
            <a:ext cx="3111500" cy="72345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cuenco de ensalada con arroz frito, huevos duros y palillos"/>
          <p:cNvSpPr>
            <a:spLocks noGrp="1"/>
          </p:cNvSpPr>
          <p:nvPr>
            <p:ph type="pic" idx="21"/>
          </p:nvPr>
        </p:nvSpPr>
        <p:spPr>
          <a:xfrm>
            <a:off x="-1333721" y="-5524547"/>
            <a:ext cx="27051234" cy="21640985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232" name="Número de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Cier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9" name="TTL-logo_color.png" descr="TTL-logo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93052" y="1061210"/>
            <a:ext cx="5923101" cy="1488158"/>
          </a:xfrm>
          <a:prstGeom prst="rect">
            <a:avLst/>
          </a:prstGeom>
          <a:ln w="12700">
            <a:miter lim="400000"/>
          </a:ln>
        </p:spPr>
      </p:pic>
      <p:pic>
        <p:nvPicPr>
          <p:cNvPr id="240" name="UPC-positiu-p3005.png" descr="UPC-positiu-p30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944" y="804729"/>
            <a:ext cx="6674319" cy="2001119"/>
          </a:xfrm>
          <a:prstGeom prst="rect">
            <a:avLst/>
          </a:prstGeom>
          <a:ln w="12700">
            <a:miter lim="400000"/>
          </a:ln>
        </p:spPr>
      </p:pic>
      <p:pic>
        <p:nvPicPr>
          <p:cNvPr id="241" name="Imagen" descr="Image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7947" y="2358840"/>
            <a:ext cx="12688106" cy="8998320"/>
          </a:xfrm>
          <a:prstGeom prst="rect">
            <a:avLst/>
          </a:prstGeom>
          <a:ln w="12700">
            <a:miter lim="400000"/>
          </a:ln>
        </p:spPr>
      </p:pic>
      <p:sp>
        <p:nvSpPr>
          <p:cNvPr id="242" name="Título de la diapositiva"/>
          <p:cNvSpPr txBox="1">
            <a:spLocks noGrp="1"/>
          </p:cNvSpPr>
          <p:nvPr>
            <p:ph type="title" hasCustomPrompt="1"/>
          </p:nvPr>
        </p:nvSpPr>
        <p:spPr>
          <a:xfrm>
            <a:off x="6953250" y="11823700"/>
            <a:ext cx="10477500" cy="1435100"/>
          </a:xfrm>
          <a:prstGeom prst="rect">
            <a:avLst/>
          </a:prstGeom>
        </p:spPr>
        <p:txBody>
          <a:bodyPr/>
          <a:lstStyle>
            <a:lvl1pPr algn="ctr">
              <a:lnSpc>
                <a:spcPct val="90000"/>
              </a:lnSpc>
              <a:spcBef>
                <a:spcPts val="4500"/>
              </a:spcBef>
              <a:defRPr sz="4800" b="0" spc="0"/>
            </a:lvl1pPr>
          </a:lstStyle>
          <a:p>
            <a:r>
              <a:t>Título de la diapositiva</a:t>
            </a:r>
          </a:p>
        </p:txBody>
      </p:sp>
      <p:sp>
        <p:nvSpPr>
          <p:cNvPr id="243" name="Número de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Cierre Spanis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0" name="TTL-logo_color.png" descr="TTL-logo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93052" y="1061210"/>
            <a:ext cx="5923101" cy="1488158"/>
          </a:xfrm>
          <a:prstGeom prst="rect">
            <a:avLst/>
          </a:prstGeom>
          <a:ln w="12700">
            <a:miter lim="400000"/>
          </a:ln>
        </p:spPr>
      </p:pic>
      <p:pic>
        <p:nvPicPr>
          <p:cNvPr id="251" name="UPC-positiu-p3005.png" descr="UPC-positiu-p30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944" y="804729"/>
            <a:ext cx="6674319" cy="2001119"/>
          </a:xfrm>
          <a:prstGeom prst="rect">
            <a:avLst/>
          </a:prstGeom>
          <a:ln w="12700">
            <a:miter lim="400000"/>
          </a:ln>
        </p:spPr>
      </p:pic>
      <p:sp>
        <p:nvSpPr>
          <p:cNvPr id="252" name="Título de la diapositiva"/>
          <p:cNvSpPr txBox="1">
            <a:spLocks noGrp="1"/>
          </p:cNvSpPr>
          <p:nvPr>
            <p:ph type="title" hasCustomPrompt="1"/>
          </p:nvPr>
        </p:nvSpPr>
        <p:spPr>
          <a:xfrm>
            <a:off x="6953250" y="11823700"/>
            <a:ext cx="10477500" cy="1435100"/>
          </a:xfrm>
          <a:prstGeom prst="rect">
            <a:avLst/>
          </a:prstGeom>
        </p:spPr>
        <p:txBody>
          <a:bodyPr/>
          <a:lstStyle>
            <a:lvl1pPr algn="ctr">
              <a:lnSpc>
                <a:spcPct val="90000"/>
              </a:lnSpc>
              <a:spcBef>
                <a:spcPts val="4500"/>
              </a:spcBef>
              <a:defRPr sz="4800" b="0" spc="0"/>
            </a:lvl1pPr>
          </a:lstStyle>
          <a:p>
            <a:r>
              <a:t>Título de la diapositiva</a:t>
            </a:r>
          </a:p>
        </p:txBody>
      </p:sp>
      <p:sp>
        <p:nvSpPr>
          <p:cNvPr id="253" name="¡Gracias!"/>
          <p:cNvSpPr txBox="1"/>
          <p:nvPr/>
        </p:nvSpPr>
        <p:spPr>
          <a:xfrm>
            <a:off x="5049545" y="4079589"/>
            <a:ext cx="14284909" cy="5549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5000">
                <a:solidFill>
                  <a:srgbClr val="000000"/>
                </a:solidFill>
                <a:latin typeface="Brush Script MT Italic"/>
                <a:ea typeface="Brush Script MT Italic"/>
                <a:cs typeface="Brush Script MT Italic"/>
                <a:sym typeface="Brush Script MT Italic"/>
              </a:defRPr>
            </a:lvl1pPr>
          </a:lstStyle>
          <a:p>
            <a:r>
              <a:t>¡Gracias!</a:t>
            </a:r>
          </a:p>
        </p:txBody>
      </p:sp>
      <p:sp>
        <p:nvSpPr>
          <p:cNvPr id="254" name="Número de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Cierre azul">
    <p:bg>
      <p:bgPr>
        <a:solidFill>
          <a:srgbClr val="3579B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Título de la diapositiva"/>
          <p:cNvSpPr txBox="1">
            <a:spLocks noGrp="1"/>
          </p:cNvSpPr>
          <p:nvPr>
            <p:ph type="title" hasCustomPrompt="1"/>
          </p:nvPr>
        </p:nvSpPr>
        <p:spPr>
          <a:xfrm>
            <a:off x="6953250" y="11823700"/>
            <a:ext cx="10477500" cy="1435100"/>
          </a:xfrm>
          <a:prstGeom prst="rect">
            <a:avLst/>
          </a:prstGeom>
        </p:spPr>
        <p:txBody>
          <a:bodyPr/>
          <a:lstStyle>
            <a:lvl1pPr algn="ctr">
              <a:lnSpc>
                <a:spcPct val="90000"/>
              </a:lnSpc>
              <a:spcBef>
                <a:spcPts val="4500"/>
              </a:spcBef>
              <a:defRPr sz="4800" b="0" spc="0">
                <a:solidFill>
                  <a:srgbClr val="FFFFFF"/>
                </a:solidFill>
              </a:defRPr>
            </a:lvl1pPr>
          </a:lstStyle>
          <a:p>
            <a:r>
              <a:t>Título de la diapositiva</a:t>
            </a:r>
          </a:p>
        </p:txBody>
      </p:sp>
      <p:pic>
        <p:nvPicPr>
          <p:cNvPr id="262" name="Imagen" descr="Imag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6812" y="2494715"/>
            <a:ext cx="8999903" cy="8576085"/>
          </a:xfrm>
          <a:prstGeom prst="rect">
            <a:avLst/>
          </a:prstGeom>
          <a:ln w="12700">
            <a:miter lim="400000"/>
          </a:ln>
        </p:spPr>
      </p:pic>
      <p:pic>
        <p:nvPicPr>
          <p:cNvPr id="263" name="UPC-blanc-fons-transp.png" descr="UPC-blanc-fons-trans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0800" y="803847"/>
            <a:ext cx="6680200" cy="2002883"/>
          </a:xfrm>
          <a:prstGeom prst="rect">
            <a:avLst/>
          </a:prstGeom>
          <a:ln w="12700">
            <a:miter lim="400000"/>
          </a:ln>
        </p:spPr>
      </p:pic>
      <p:pic>
        <p:nvPicPr>
          <p:cNvPr id="264" name="TTL-logo_white.png" descr="TTL-logo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95800" y="1129148"/>
            <a:ext cx="5816006" cy="1352282"/>
          </a:xfrm>
          <a:prstGeom prst="rect">
            <a:avLst/>
          </a:prstGeom>
          <a:ln w="12700">
            <a:miter lim="400000"/>
          </a:ln>
        </p:spPr>
      </p:pic>
      <p:sp>
        <p:nvSpPr>
          <p:cNvPr id="265" name="Número de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Cierre azul Spanish">
    <p:bg>
      <p:bgPr>
        <a:solidFill>
          <a:srgbClr val="3579B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Título de la diapositiva"/>
          <p:cNvSpPr txBox="1">
            <a:spLocks noGrp="1"/>
          </p:cNvSpPr>
          <p:nvPr>
            <p:ph type="title" hasCustomPrompt="1"/>
          </p:nvPr>
        </p:nvSpPr>
        <p:spPr>
          <a:xfrm>
            <a:off x="6953250" y="11823700"/>
            <a:ext cx="10477500" cy="1435100"/>
          </a:xfrm>
          <a:prstGeom prst="rect">
            <a:avLst/>
          </a:prstGeom>
        </p:spPr>
        <p:txBody>
          <a:bodyPr/>
          <a:lstStyle>
            <a:lvl1pPr algn="ctr">
              <a:lnSpc>
                <a:spcPct val="90000"/>
              </a:lnSpc>
              <a:spcBef>
                <a:spcPts val="4500"/>
              </a:spcBef>
              <a:defRPr sz="4800" b="0" spc="0">
                <a:solidFill>
                  <a:srgbClr val="FFFFFF"/>
                </a:solidFill>
              </a:defRPr>
            </a:lvl1pPr>
          </a:lstStyle>
          <a:p>
            <a:r>
              <a:t>Título de la diapositiva</a:t>
            </a:r>
          </a:p>
        </p:txBody>
      </p:sp>
      <p:pic>
        <p:nvPicPr>
          <p:cNvPr id="273" name="UPC-blanc-fons-transp.png" descr="UPC-blanc-fons-trans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0800" y="803847"/>
            <a:ext cx="6680200" cy="2002883"/>
          </a:xfrm>
          <a:prstGeom prst="rect">
            <a:avLst/>
          </a:prstGeom>
          <a:ln w="12700">
            <a:miter lim="400000"/>
          </a:ln>
        </p:spPr>
      </p:pic>
      <p:pic>
        <p:nvPicPr>
          <p:cNvPr id="274" name="TTL-logo_white.png" descr="TTL-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95800" y="1129148"/>
            <a:ext cx="5816006" cy="1352282"/>
          </a:xfrm>
          <a:prstGeom prst="rect">
            <a:avLst/>
          </a:prstGeom>
          <a:ln w="12700">
            <a:miter lim="400000"/>
          </a:ln>
        </p:spPr>
      </p:pic>
      <p:sp>
        <p:nvSpPr>
          <p:cNvPr id="275" name="¡Gracias!"/>
          <p:cNvSpPr txBox="1"/>
          <p:nvPr/>
        </p:nvSpPr>
        <p:spPr>
          <a:xfrm>
            <a:off x="5049545" y="4079589"/>
            <a:ext cx="14284909" cy="5549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5000">
                <a:solidFill>
                  <a:srgbClr val="FFFFFF"/>
                </a:solidFill>
                <a:latin typeface="Brush Script MT Italic"/>
                <a:ea typeface="Brush Script MT Italic"/>
                <a:cs typeface="Brush Script MT Italic"/>
                <a:sym typeface="Brush Script MT Italic"/>
              </a:defRPr>
            </a:lvl1pPr>
          </a:lstStyle>
          <a:p>
            <a:r>
              <a:rPr dirty="0"/>
              <a:t>¡Gracias!</a:t>
            </a:r>
          </a:p>
        </p:txBody>
      </p:sp>
      <p:sp>
        <p:nvSpPr>
          <p:cNvPr id="276" name="Número de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Texto del título"/>
          <p:cNvSpPr txBox="1">
            <a:spLocks noGrp="1"/>
          </p:cNvSpPr>
          <p:nvPr>
            <p:ph type="title"/>
          </p:nvPr>
        </p:nvSpPr>
        <p:spPr>
          <a:xfrm>
            <a:off x="831199" y="1186733"/>
            <a:ext cx="22721602" cy="1527201"/>
          </a:xfrm>
          <a:prstGeom prst="rect">
            <a:avLst/>
          </a:prstGeom>
        </p:spPr>
        <p:txBody>
          <a:bodyPr lIns="243799" tIns="243799" rIns="243799" bIns="243799"/>
          <a:lstStyle>
            <a:lvl1pPr defTabSz="2438400">
              <a:lnSpc>
                <a:spcPct val="100000"/>
              </a:lnSpc>
              <a:defRPr sz="7400" b="0" spc="0"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Texto del título</a:t>
            </a:r>
          </a:p>
        </p:txBody>
      </p:sp>
      <p:sp>
        <p:nvSpPr>
          <p:cNvPr id="284" name="Nivel de texto 1…"/>
          <p:cNvSpPr txBox="1">
            <a:spLocks noGrp="1"/>
          </p:cNvSpPr>
          <p:nvPr>
            <p:ph type="body" idx="1"/>
          </p:nvPr>
        </p:nvSpPr>
        <p:spPr>
          <a:xfrm>
            <a:off x="831199" y="3073266"/>
            <a:ext cx="22721602" cy="9110401"/>
          </a:xfrm>
          <a:prstGeom prst="rect">
            <a:avLst/>
          </a:prstGeom>
        </p:spPr>
        <p:txBody>
          <a:bodyPr lIns="243799" tIns="243799" rIns="243799" bIns="243799"/>
          <a:lstStyle>
            <a:lvl1pPr marL="1028700" indent="-914400" defTabSz="2438400">
              <a:lnSpc>
                <a:spcPct val="115000"/>
              </a:lnSpc>
              <a:spcBef>
                <a:spcPts val="0"/>
              </a:spcBef>
              <a:buClr>
                <a:srgbClr val="595959"/>
              </a:buClr>
              <a:buSzPts val="4800"/>
              <a:buFont typeface="Arial"/>
              <a:buChar char="●"/>
              <a:defRPr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685471" indent="-1088571" defTabSz="2438400">
              <a:lnSpc>
                <a:spcPct val="115000"/>
              </a:lnSpc>
              <a:spcBef>
                <a:spcPts val="0"/>
              </a:spcBef>
              <a:buClr>
                <a:srgbClr val="595959"/>
              </a:buClr>
              <a:buSzPts val="4800"/>
              <a:buFont typeface="Arial"/>
              <a:buChar char="○"/>
              <a:defRPr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2142671" indent="-1088571" defTabSz="2438400">
              <a:lnSpc>
                <a:spcPct val="115000"/>
              </a:lnSpc>
              <a:spcBef>
                <a:spcPts val="0"/>
              </a:spcBef>
              <a:buClr>
                <a:srgbClr val="595959"/>
              </a:buClr>
              <a:buSzPts val="4800"/>
              <a:buFont typeface="Arial"/>
              <a:buChar char="■"/>
              <a:defRPr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2599871" indent="-1088571" defTabSz="2438400">
              <a:lnSpc>
                <a:spcPct val="115000"/>
              </a:lnSpc>
              <a:spcBef>
                <a:spcPts val="0"/>
              </a:spcBef>
              <a:buClr>
                <a:srgbClr val="595959"/>
              </a:buClr>
              <a:buSzPts val="4800"/>
              <a:buFont typeface="Arial"/>
              <a:buChar char="●"/>
              <a:defRPr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3057071" indent="-1088571" defTabSz="2438400">
              <a:lnSpc>
                <a:spcPct val="115000"/>
              </a:lnSpc>
              <a:spcBef>
                <a:spcPts val="0"/>
              </a:spcBef>
              <a:buClr>
                <a:srgbClr val="595959"/>
              </a:buClr>
              <a:buSzPts val="4800"/>
              <a:buFont typeface="Arial"/>
              <a:buChar char="○"/>
              <a:defRPr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</a:lstStyle>
          <a:p>
            <a:r>
              <a:t>Nivel de texto 1</a:t>
            </a:r>
          </a:p>
          <a:p>
            <a:pPr lvl="1"/>
            <a:r>
              <a:t>Nivel de texto 2</a:t>
            </a:r>
          </a:p>
          <a:p>
            <a:pPr lvl="2"/>
            <a:r>
              <a:t>Nivel de texto 3</a:t>
            </a:r>
          </a:p>
          <a:p>
            <a:pPr lvl="3"/>
            <a:r>
              <a:t>Nivel de texto 4</a:t>
            </a:r>
          </a:p>
          <a:p>
            <a:pPr lvl="4"/>
            <a:r>
              <a:t>Nivel de texto 5</a:t>
            </a:r>
          </a:p>
        </p:txBody>
      </p:sp>
      <p:sp>
        <p:nvSpPr>
          <p:cNvPr id="285" name="Número de diapositiva"/>
          <p:cNvSpPr txBox="1">
            <a:spLocks noGrp="1"/>
          </p:cNvSpPr>
          <p:nvPr>
            <p:ph type="sldNum" sz="quarter" idx="2"/>
          </p:nvPr>
        </p:nvSpPr>
        <p:spPr>
          <a:xfrm>
            <a:off x="23188838" y="12524796"/>
            <a:ext cx="867584" cy="870499"/>
          </a:xfrm>
          <a:prstGeom prst="rect">
            <a:avLst/>
          </a:prstGeom>
        </p:spPr>
        <p:txBody>
          <a:bodyPr lIns="243799" tIns="243799" rIns="243799" bIns="243799" anchor="ctr">
            <a:normAutofit/>
          </a:bodyPr>
          <a:lstStyle>
            <a:lvl1pPr algn="r" defTabSz="2438400">
              <a:defRPr sz="26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Texto del título"/>
          <p:cNvSpPr txBox="1">
            <a:spLocks noGrp="1"/>
          </p:cNvSpPr>
          <p:nvPr>
            <p:ph type="title"/>
          </p:nvPr>
        </p:nvSpPr>
        <p:spPr>
          <a:xfrm>
            <a:off x="831199" y="5735599"/>
            <a:ext cx="22721602" cy="2244801"/>
          </a:xfrm>
          <a:prstGeom prst="rect">
            <a:avLst/>
          </a:prstGeom>
        </p:spPr>
        <p:txBody>
          <a:bodyPr lIns="243799" tIns="243799" rIns="243799" bIns="243799" anchor="ctr"/>
          <a:lstStyle>
            <a:lvl1pPr algn="ctr" defTabSz="2438400">
              <a:lnSpc>
                <a:spcPct val="100000"/>
              </a:lnSpc>
              <a:defRPr sz="9600" b="0" spc="0"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Texto del título</a:t>
            </a:r>
          </a:p>
        </p:txBody>
      </p:sp>
      <p:sp>
        <p:nvSpPr>
          <p:cNvPr id="293" name="Número de diapositiva"/>
          <p:cNvSpPr txBox="1">
            <a:spLocks noGrp="1"/>
          </p:cNvSpPr>
          <p:nvPr>
            <p:ph type="sldNum" sz="quarter" idx="2"/>
          </p:nvPr>
        </p:nvSpPr>
        <p:spPr>
          <a:xfrm>
            <a:off x="23188838" y="12524796"/>
            <a:ext cx="867584" cy="870499"/>
          </a:xfrm>
          <a:prstGeom prst="rect">
            <a:avLst/>
          </a:prstGeom>
        </p:spPr>
        <p:txBody>
          <a:bodyPr lIns="243799" tIns="243799" rIns="243799" bIns="243799" anchor="ctr">
            <a:normAutofit/>
          </a:bodyPr>
          <a:lstStyle>
            <a:lvl1pPr algn="r" defTabSz="2438400">
              <a:defRPr sz="26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Texto del título"/>
          <p:cNvSpPr txBox="1">
            <a:spLocks noGrp="1"/>
          </p:cNvSpPr>
          <p:nvPr>
            <p:ph type="title"/>
          </p:nvPr>
        </p:nvSpPr>
        <p:spPr>
          <a:xfrm>
            <a:off x="767999" y="623999"/>
            <a:ext cx="22848002" cy="1536801"/>
          </a:xfrm>
          <a:prstGeom prst="rect">
            <a:avLst/>
          </a:prstGeom>
        </p:spPr>
        <p:txBody>
          <a:bodyPr lIns="0" tIns="0" rIns="0" bIns="0" anchor="ctr"/>
          <a:lstStyle>
            <a:lvl1pPr defTabSz="2438400">
              <a:lnSpc>
                <a:spcPct val="90000"/>
              </a:lnSpc>
              <a:defRPr sz="6400" b="0" spc="0"/>
            </a:lvl1pPr>
          </a:lstStyle>
          <a:p>
            <a:r>
              <a:t>Texto del título</a:t>
            </a:r>
          </a:p>
        </p:txBody>
      </p:sp>
      <p:sp>
        <p:nvSpPr>
          <p:cNvPr id="301" name="Número de diapositiva"/>
          <p:cNvSpPr txBox="1">
            <a:spLocks noGrp="1"/>
          </p:cNvSpPr>
          <p:nvPr>
            <p:ph type="sldNum" sz="quarter" idx="2"/>
          </p:nvPr>
        </p:nvSpPr>
        <p:spPr>
          <a:xfrm>
            <a:off x="766231" y="12783698"/>
            <a:ext cx="379984" cy="382899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algn="l" defTabSz="2438400">
              <a:defRPr sz="26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2_Título y objetos con foto_2_2_3_1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Nivel de texto 1…"/>
          <p:cNvSpPr txBox="1">
            <a:spLocks noGrp="1"/>
          </p:cNvSpPr>
          <p:nvPr>
            <p:ph type="body" sz="half" idx="1"/>
          </p:nvPr>
        </p:nvSpPr>
        <p:spPr>
          <a:xfrm>
            <a:off x="600132" y="2743199"/>
            <a:ext cx="13542403" cy="9041601"/>
          </a:xfrm>
          <a:prstGeom prst="rect">
            <a:avLst/>
          </a:prstGeom>
        </p:spPr>
        <p:txBody>
          <a:bodyPr lIns="143999" tIns="143999" rIns="143999" bIns="143999"/>
          <a:lstStyle>
            <a:lvl1pPr marL="1028700" indent="-914400" defTabSz="2438400">
              <a:lnSpc>
                <a:spcPct val="100000"/>
              </a:lnSpc>
              <a:spcBef>
                <a:spcPts val="1300"/>
              </a:spcBef>
              <a:buClr>
                <a:srgbClr val="595959"/>
              </a:buClr>
              <a:buSzPts val="4800"/>
              <a:buFont typeface="Arial"/>
              <a:buChar char="●"/>
              <a:defRPr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685471" indent="-1088571" defTabSz="2438400">
              <a:lnSpc>
                <a:spcPct val="100000"/>
              </a:lnSpc>
              <a:spcBef>
                <a:spcPts val="1300"/>
              </a:spcBef>
              <a:buClr>
                <a:srgbClr val="595959"/>
              </a:buClr>
              <a:buSzPts val="4800"/>
              <a:buFont typeface="Arial"/>
              <a:buChar char="○"/>
              <a:defRPr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2142671" indent="-1088571" defTabSz="2438400">
              <a:lnSpc>
                <a:spcPct val="100000"/>
              </a:lnSpc>
              <a:spcBef>
                <a:spcPts val="1300"/>
              </a:spcBef>
              <a:buClr>
                <a:srgbClr val="595959"/>
              </a:buClr>
              <a:buSzPts val="4800"/>
              <a:buFont typeface="Arial"/>
              <a:buChar char="■"/>
              <a:defRPr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2599871" indent="-1088571" defTabSz="2438400">
              <a:lnSpc>
                <a:spcPct val="100000"/>
              </a:lnSpc>
              <a:spcBef>
                <a:spcPts val="1300"/>
              </a:spcBef>
              <a:buClr>
                <a:srgbClr val="595959"/>
              </a:buClr>
              <a:buSzPts val="4800"/>
              <a:buFont typeface="Arial"/>
              <a:buChar char="●"/>
              <a:defRPr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3057071" indent="-1088571" defTabSz="2438400">
              <a:lnSpc>
                <a:spcPct val="100000"/>
              </a:lnSpc>
              <a:spcBef>
                <a:spcPts val="1300"/>
              </a:spcBef>
              <a:buClr>
                <a:srgbClr val="595959"/>
              </a:buClr>
              <a:buSzPts val="4800"/>
              <a:buFont typeface="Arial"/>
              <a:buChar char="○"/>
              <a:defRPr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</a:lstStyle>
          <a:p>
            <a:r>
              <a:t>Nivel de texto 1</a:t>
            </a:r>
          </a:p>
          <a:p>
            <a:pPr lvl="1"/>
            <a:r>
              <a:t>Nivel de texto 2</a:t>
            </a:r>
          </a:p>
          <a:p>
            <a:pPr lvl="2"/>
            <a:r>
              <a:t>Nivel de texto 3</a:t>
            </a:r>
          </a:p>
          <a:p>
            <a:pPr lvl="3"/>
            <a:r>
              <a:t>Nivel de texto 4</a:t>
            </a:r>
          </a:p>
          <a:p>
            <a:pPr lvl="4"/>
            <a:r>
              <a:t>Nivel de texto 5</a:t>
            </a:r>
          </a:p>
        </p:txBody>
      </p:sp>
      <p:sp>
        <p:nvSpPr>
          <p:cNvPr id="309" name="Texto del título"/>
          <p:cNvSpPr txBox="1">
            <a:spLocks noGrp="1"/>
          </p:cNvSpPr>
          <p:nvPr>
            <p:ph type="title"/>
          </p:nvPr>
        </p:nvSpPr>
        <p:spPr>
          <a:xfrm>
            <a:off x="600132" y="520733"/>
            <a:ext cx="13542403" cy="1208801"/>
          </a:xfrm>
          <a:prstGeom prst="rect">
            <a:avLst/>
          </a:prstGeom>
        </p:spPr>
        <p:txBody>
          <a:bodyPr lIns="143999" tIns="143999" rIns="143999" bIns="143999"/>
          <a:lstStyle>
            <a:lvl1pPr defTabSz="2438400">
              <a:lnSpc>
                <a:spcPct val="90000"/>
              </a:lnSpc>
              <a:defRPr sz="7400" b="0" spc="0"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Texto del título</a:t>
            </a:r>
          </a:p>
        </p:txBody>
      </p:sp>
      <p:sp>
        <p:nvSpPr>
          <p:cNvPr id="310" name="Número de diapositiva"/>
          <p:cNvSpPr txBox="1">
            <a:spLocks noGrp="1"/>
          </p:cNvSpPr>
          <p:nvPr>
            <p:ph type="sldNum" sz="quarter" idx="2"/>
          </p:nvPr>
        </p:nvSpPr>
        <p:spPr>
          <a:xfrm>
            <a:off x="23299217" y="12609177"/>
            <a:ext cx="667984" cy="670898"/>
          </a:xfrm>
          <a:prstGeom prst="rect">
            <a:avLst/>
          </a:prstGeom>
        </p:spPr>
        <p:txBody>
          <a:bodyPr lIns="143999" tIns="143999" rIns="143999" bIns="143999" anchor="ctr">
            <a:normAutofit/>
          </a:bodyPr>
          <a:lstStyle>
            <a:lvl1pPr algn="r" defTabSz="2438400">
              <a:defRPr sz="26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Texto del título"/>
          <p:cNvSpPr txBox="1">
            <a:spLocks noGrp="1"/>
          </p:cNvSpPr>
          <p:nvPr>
            <p:ph type="title"/>
          </p:nvPr>
        </p:nvSpPr>
        <p:spPr>
          <a:xfrm>
            <a:off x="831199" y="1186733"/>
            <a:ext cx="22721602" cy="1527201"/>
          </a:xfrm>
          <a:prstGeom prst="rect">
            <a:avLst/>
          </a:prstGeom>
        </p:spPr>
        <p:txBody>
          <a:bodyPr lIns="91399" tIns="91399" rIns="91399" bIns="91399"/>
          <a:lstStyle>
            <a:lvl1pPr defTabSz="2438400">
              <a:lnSpc>
                <a:spcPct val="90000"/>
              </a:lnSpc>
              <a:defRPr sz="6400" spc="0">
                <a:solidFill>
                  <a:srgbClr val="009EE0"/>
                </a:solidFill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r>
              <a:t>Texto del título</a:t>
            </a:r>
          </a:p>
        </p:txBody>
      </p:sp>
      <p:sp>
        <p:nvSpPr>
          <p:cNvPr id="318" name="Nivel de texto 1…"/>
          <p:cNvSpPr txBox="1">
            <a:spLocks noGrp="1"/>
          </p:cNvSpPr>
          <p:nvPr>
            <p:ph type="body" idx="1"/>
          </p:nvPr>
        </p:nvSpPr>
        <p:spPr>
          <a:xfrm>
            <a:off x="831199" y="3073266"/>
            <a:ext cx="22721602" cy="9110401"/>
          </a:xfrm>
          <a:prstGeom prst="rect">
            <a:avLst/>
          </a:prstGeom>
        </p:spPr>
        <p:txBody>
          <a:bodyPr lIns="243799" tIns="243799" rIns="243799" bIns="243799" anchor="ctr"/>
          <a:lstStyle>
            <a:lvl1pPr marL="956128" indent="-816428" defTabSz="243840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3600"/>
              <a:buFont typeface="Arial"/>
              <a:buChar char="●"/>
              <a:defRPr sz="3600">
                <a:latin typeface="Arial"/>
                <a:ea typeface="Arial"/>
                <a:cs typeface="Arial"/>
                <a:sym typeface="Arial"/>
              </a:defRPr>
            </a:lvl1pPr>
            <a:lvl2pPr marL="1413328" indent="-816428" defTabSz="243840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3600"/>
              <a:buFont typeface="Arial"/>
              <a:buChar char="○"/>
              <a:defRPr sz="3600">
                <a:latin typeface="Arial"/>
                <a:ea typeface="Arial"/>
                <a:cs typeface="Arial"/>
                <a:sym typeface="Arial"/>
              </a:defRPr>
            </a:lvl2pPr>
            <a:lvl3pPr marL="1870528" indent="-816428" defTabSz="243840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3600"/>
              <a:buFont typeface="Arial"/>
              <a:buChar char="■"/>
              <a:defRPr sz="3600">
                <a:latin typeface="Arial"/>
                <a:ea typeface="Arial"/>
                <a:cs typeface="Arial"/>
                <a:sym typeface="Arial"/>
              </a:defRPr>
            </a:lvl3pPr>
            <a:lvl4pPr marL="2327728" indent="-816428" defTabSz="243840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3600"/>
              <a:buFont typeface="Arial"/>
              <a:buChar char="●"/>
              <a:defRPr sz="3600">
                <a:latin typeface="Arial"/>
                <a:ea typeface="Arial"/>
                <a:cs typeface="Arial"/>
                <a:sym typeface="Arial"/>
              </a:defRPr>
            </a:lvl4pPr>
            <a:lvl5pPr marL="2784928" indent="-816428" defTabSz="243840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3600"/>
              <a:buFont typeface="Arial"/>
              <a:buChar char="○"/>
              <a:defRPr sz="3600">
                <a:latin typeface="Arial"/>
                <a:ea typeface="Arial"/>
                <a:cs typeface="Arial"/>
                <a:sym typeface="Arial"/>
              </a:defRPr>
            </a:lvl5pPr>
          </a:lstStyle>
          <a:p>
            <a:r>
              <a:t>Nivel de texto 1</a:t>
            </a:r>
          </a:p>
          <a:p>
            <a:pPr lvl="1"/>
            <a:r>
              <a:t>Nivel de texto 2</a:t>
            </a:r>
          </a:p>
          <a:p>
            <a:pPr lvl="2"/>
            <a:r>
              <a:t>Nivel de texto 3</a:t>
            </a:r>
          </a:p>
          <a:p>
            <a:pPr lvl="3"/>
            <a:r>
              <a:t>Nivel de texto 4</a:t>
            </a:r>
          </a:p>
          <a:p>
            <a:pPr lvl="4"/>
            <a:r>
              <a:t>Nivel de texto 5</a:t>
            </a:r>
          </a:p>
        </p:txBody>
      </p:sp>
      <p:sp>
        <p:nvSpPr>
          <p:cNvPr id="319" name="Número de diapositiva"/>
          <p:cNvSpPr txBox="1">
            <a:spLocks noGrp="1"/>
          </p:cNvSpPr>
          <p:nvPr>
            <p:ph type="sldNum" sz="quarter" idx="2"/>
          </p:nvPr>
        </p:nvSpPr>
        <p:spPr>
          <a:xfrm>
            <a:off x="23639068" y="12747995"/>
            <a:ext cx="417354" cy="424101"/>
          </a:xfrm>
          <a:prstGeom prst="rect">
            <a:avLst/>
          </a:prstGeom>
        </p:spPr>
        <p:txBody>
          <a:bodyPr lIns="91399" tIns="91399" rIns="91399" bIns="91399" anchor="ctr"/>
          <a:lstStyle>
            <a:lvl1pPr algn="r" defTabSz="2438400">
              <a:defRPr sz="1600">
                <a:solidFill>
                  <a:srgbClr val="009EE0"/>
                </a:solidFill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Texto del título"/>
          <p:cNvSpPr txBox="1">
            <a:spLocks noGrp="1"/>
          </p:cNvSpPr>
          <p:nvPr>
            <p:ph type="title"/>
          </p:nvPr>
        </p:nvSpPr>
        <p:spPr>
          <a:xfrm>
            <a:off x="831199" y="1186733"/>
            <a:ext cx="22721602" cy="1527201"/>
          </a:xfrm>
          <a:prstGeom prst="rect">
            <a:avLst/>
          </a:prstGeom>
        </p:spPr>
        <p:txBody>
          <a:bodyPr lIns="243799" tIns="243799" rIns="243799" bIns="243799"/>
          <a:lstStyle>
            <a:lvl1pPr defTabSz="2438400">
              <a:lnSpc>
                <a:spcPct val="100000"/>
              </a:lnSpc>
              <a:defRPr sz="7400" b="0" spc="0"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r>
              <a:t>Texto del título</a:t>
            </a:r>
          </a:p>
        </p:txBody>
      </p:sp>
      <p:sp>
        <p:nvSpPr>
          <p:cNvPr id="327" name="Nivel de texto 1…"/>
          <p:cNvSpPr txBox="1">
            <a:spLocks noGrp="1"/>
          </p:cNvSpPr>
          <p:nvPr>
            <p:ph type="body" idx="1"/>
          </p:nvPr>
        </p:nvSpPr>
        <p:spPr>
          <a:xfrm>
            <a:off x="831199" y="3073266"/>
            <a:ext cx="22721602" cy="9110401"/>
          </a:xfrm>
          <a:prstGeom prst="rect">
            <a:avLst/>
          </a:prstGeom>
        </p:spPr>
        <p:txBody>
          <a:bodyPr lIns="243799" tIns="243799" rIns="243799" bIns="243799"/>
          <a:lstStyle>
            <a:lvl1pPr marL="1028700" indent="-914400" defTabSz="2438400">
              <a:lnSpc>
                <a:spcPct val="115000"/>
              </a:lnSpc>
              <a:spcBef>
                <a:spcPts val="0"/>
              </a:spcBef>
              <a:buClr>
                <a:srgbClr val="595959"/>
              </a:buClr>
              <a:buSzPts val="4800"/>
              <a:buFont typeface="Helvetica"/>
              <a:buChar char="●"/>
              <a:defRPr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1685471" indent="-1088571" defTabSz="2438400">
              <a:lnSpc>
                <a:spcPct val="115000"/>
              </a:lnSpc>
              <a:spcBef>
                <a:spcPts val="0"/>
              </a:spcBef>
              <a:buClr>
                <a:srgbClr val="595959"/>
              </a:buClr>
              <a:buSzPts val="4800"/>
              <a:buFont typeface="Helvetica"/>
              <a:buChar char="○"/>
              <a:defRPr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2142671" indent="-1088571" defTabSz="2438400">
              <a:lnSpc>
                <a:spcPct val="115000"/>
              </a:lnSpc>
              <a:spcBef>
                <a:spcPts val="0"/>
              </a:spcBef>
              <a:buClr>
                <a:srgbClr val="595959"/>
              </a:buClr>
              <a:buSzPts val="4800"/>
              <a:buFont typeface="Helvetica"/>
              <a:buChar char="■"/>
              <a:defRPr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2599871" indent="-1088571" defTabSz="2438400">
              <a:lnSpc>
                <a:spcPct val="115000"/>
              </a:lnSpc>
              <a:spcBef>
                <a:spcPts val="0"/>
              </a:spcBef>
              <a:buClr>
                <a:srgbClr val="595959"/>
              </a:buClr>
              <a:buSzPts val="4800"/>
              <a:buFont typeface="Helvetica"/>
              <a:buChar char="●"/>
              <a:defRPr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3057071" indent="-1088571" defTabSz="2438400">
              <a:lnSpc>
                <a:spcPct val="115000"/>
              </a:lnSpc>
              <a:spcBef>
                <a:spcPts val="0"/>
              </a:spcBef>
              <a:buClr>
                <a:srgbClr val="595959"/>
              </a:buClr>
              <a:buSzPts val="4800"/>
              <a:buFont typeface="Helvetica"/>
              <a:buChar char="○"/>
              <a:defRPr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defRPr>
            </a:lvl5pPr>
          </a:lstStyle>
          <a:p>
            <a:r>
              <a:t>Nivel de texto 1</a:t>
            </a:r>
          </a:p>
          <a:p>
            <a:pPr lvl="1"/>
            <a:r>
              <a:t>Nivel de texto 2</a:t>
            </a:r>
          </a:p>
          <a:p>
            <a:pPr lvl="2"/>
            <a:r>
              <a:t>Nivel de texto 3</a:t>
            </a:r>
          </a:p>
          <a:p>
            <a:pPr lvl="3"/>
            <a:r>
              <a:t>Nivel de texto 4</a:t>
            </a:r>
          </a:p>
          <a:p>
            <a:pPr lvl="4"/>
            <a:r>
              <a:t>Nivel de texto 5</a:t>
            </a:r>
          </a:p>
        </p:txBody>
      </p:sp>
      <p:sp>
        <p:nvSpPr>
          <p:cNvPr id="328" name="Número de diapositiva"/>
          <p:cNvSpPr txBox="1">
            <a:spLocks noGrp="1"/>
          </p:cNvSpPr>
          <p:nvPr>
            <p:ph type="sldNum" sz="quarter" idx="2"/>
          </p:nvPr>
        </p:nvSpPr>
        <p:spPr>
          <a:xfrm>
            <a:off x="23188838" y="12524796"/>
            <a:ext cx="867584" cy="870499"/>
          </a:xfrm>
          <a:prstGeom prst="rect">
            <a:avLst/>
          </a:prstGeom>
        </p:spPr>
        <p:txBody>
          <a:bodyPr lIns="243799" tIns="243799" rIns="243799" bIns="243799" anchor="ctr">
            <a:normAutofit/>
          </a:bodyPr>
          <a:lstStyle>
            <a:lvl1pPr algn="r" defTabSz="2438400">
              <a:defRPr sz="26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2_Título y objetos con foto_2_2_3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Nivel de texto 1…"/>
          <p:cNvSpPr txBox="1">
            <a:spLocks noGrp="1"/>
          </p:cNvSpPr>
          <p:nvPr>
            <p:ph type="body" sz="half" idx="1"/>
          </p:nvPr>
        </p:nvSpPr>
        <p:spPr>
          <a:xfrm>
            <a:off x="600132" y="2743199"/>
            <a:ext cx="13542403" cy="9041601"/>
          </a:xfrm>
          <a:prstGeom prst="rect">
            <a:avLst/>
          </a:prstGeom>
        </p:spPr>
        <p:txBody>
          <a:bodyPr lIns="143999" tIns="143999" rIns="143999" bIns="143999"/>
          <a:lstStyle>
            <a:lvl1pPr marL="1028700" indent="-914400" defTabSz="2438400">
              <a:lnSpc>
                <a:spcPct val="100000"/>
              </a:lnSpc>
              <a:spcBef>
                <a:spcPts val="1300"/>
              </a:spcBef>
              <a:buClr>
                <a:srgbClr val="595959"/>
              </a:buClr>
              <a:buSzPts val="4800"/>
              <a:buFont typeface="Helvetica"/>
              <a:buChar char="●"/>
              <a:defRPr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1685471" indent="-1088571" defTabSz="2438400">
              <a:lnSpc>
                <a:spcPct val="100000"/>
              </a:lnSpc>
              <a:spcBef>
                <a:spcPts val="1300"/>
              </a:spcBef>
              <a:buClr>
                <a:srgbClr val="595959"/>
              </a:buClr>
              <a:buSzPts val="4800"/>
              <a:buFont typeface="Helvetica"/>
              <a:buChar char="○"/>
              <a:defRPr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2142671" indent="-1088571" defTabSz="2438400">
              <a:lnSpc>
                <a:spcPct val="100000"/>
              </a:lnSpc>
              <a:spcBef>
                <a:spcPts val="1300"/>
              </a:spcBef>
              <a:buClr>
                <a:srgbClr val="595959"/>
              </a:buClr>
              <a:buSzPts val="4800"/>
              <a:buFont typeface="Helvetica"/>
              <a:buChar char="■"/>
              <a:defRPr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2599871" indent="-1088571" defTabSz="2438400">
              <a:lnSpc>
                <a:spcPct val="100000"/>
              </a:lnSpc>
              <a:spcBef>
                <a:spcPts val="1300"/>
              </a:spcBef>
              <a:buClr>
                <a:srgbClr val="595959"/>
              </a:buClr>
              <a:buSzPts val="4800"/>
              <a:buFont typeface="Helvetica"/>
              <a:buChar char="●"/>
              <a:defRPr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3057071" indent="-1088571" defTabSz="2438400">
              <a:lnSpc>
                <a:spcPct val="100000"/>
              </a:lnSpc>
              <a:spcBef>
                <a:spcPts val="1300"/>
              </a:spcBef>
              <a:buClr>
                <a:srgbClr val="595959"/>
              </a:buClr>
              <a:buSzPts val="4800"/>
              <a:buFont typeface="Helvetica"/>
              <a:buChar char="○"/>
              <a:defRPr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defRPr>
            </a:lvl5pPr>
          </a:lstStyle>
          <a:p>
            <a:r>
              <a:t>Nivel de texto 1</a:t>
            </a:r>
          </a:p>
          <a:p>
            <a:pPr lvl="1"/>
            <a:r>
              <a:t>Nivel de texto 2</a:t>
            </a:r>
          </a:p>
          <a:p>
            <a:pPr lvl="2"/>
            <a:r>
              <a:t>Nivel de texto 3</a:t>
            </a:r>
          </a:p>
          <a:p>
            <a:pPr lvl="3"/>
            <a:r>
              <a:t>Nivel de texto 4</a:t>
            </a:r>
          </a:p>
          <a:p>
            <a:pPr lvl="4"/>
            <a:r>
              <a:t>Nivel de texto 5</a:t>
            </a:r>
          </a:p>
        </p:txBody>
      </p:sp>
      <p:sp>
        <p:nvSpPr>
          <p:cNvPr id="336" name="Texto del título"/>
          <p:cNvSpPr txBox="1">
            <a:spLocks noGrp="1"/>
          </p:cNvSpPr>
          <p:nvPr>
            <p:ph type="title"/>
          </p:nvPr>
        </p:nvSpPr>
        <p:spPr>
          <a:xfrm>
            <a:off x="600132" y="520733"/>
            <a:ext cx="13542403" cy="1208801"/>
          </a:xfrm>
          <a:prstGeom prst="rect">
            <a:avLst/>
          </a:prstGeom>
        </p:spPr>
        <p:txBody>
          <a:bodyPr lIns="143999" tIns="143999" rIns="143999" bIns="143999"/>
          <a:lstStyle>
            <a:lvl1pPr defTabSz="2438400">
              <a:lnSpc>
                <a:spcPct val="90000"/>
              </a:lnSpc>
              <a:defRPr sz="7400" b="0" spc="0"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r>
              <a:t>Texto del título</a:t>
            </a:r>
          </a:p>
        </p:txBody>
      </p:sp>
      <p:sp>
        <p:nvSpPr>
          <p:cNvPr id="337" name="Número de diapositiva"/>
          <p:cNvSpPr txBox="1">
            <a:spLocks noGrp="1"/>
          </p:cNvSpPr>
          <p:nvPr>
            <p:ph type="sldNum" sz="quarter" idx="2"/>
          </p:nvPr>
        </p:nvSpPr>
        <p:spPr>
          <a:xfrm>
            <a:off x="23299217" y="12609177"/>
            <a:ext cx="667984" cy="670898"/>
          </a:xfrm>
          <a:prstGeom prst="rect">
            <a:avLst/>
          </a:prstGeom>
        </p:spPr>
        <p:txBody>
          <a:bodyPr lIns="143999" tIns="143999" rIns="143999" bIns="143999" anchor="ctr">
            <a:normAutofit/>
          </a:bodyPr>
          <a:lstStyle>
            <a:lvl1pPr algn="r" defTabSz="2438400">
              <a:defRPr sz="26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image" Target="../media/image1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image" Target="../media/image2.png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de la diapositiva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Título de la diapositiva</a:t>
            </a:r>
          </a:p>
        </p:txBody>
      </p:sp>
      <p:sp>
        <p:nvSpPr>
          <p:cNvPr id="3" name="Nivel de texto 1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Texto de viñeta de la diapositiva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pic>
        <p:nvPicPr>
          <p:cNvPr id="5" name="UPC-positiu-p3005.png" descr="UPC-positiu-p3005.pn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20856144" y="12660868"/>
            <a:ext cx="3514106" cy="1053613"/>
          </a:xfrm>
          <a:prstGeom prst="rect">
            <a:avLst/>
          </a:prstGeom>
          <a:ln w="12700">
            <a:miter lim="400000"/>
          </a:ln>
        </p:spPr>
      </p:pic>
      <p:sp>
        <p:nvSpPr>
          <p:cNvPr id="6" name="Número de diapositiva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584200">
              <a:defRPr sz="1800">
                <a:solidFill>
                  <a:srgbClr val="000000"/>
                </a:solidFill>
              </a:defRPr>
            </a:lvl1pPr>
          </a:lstStyle>
          <a:p>
            <a:fld id="{86CB4B4D-7CA3-9044-876B-883B54F8677D}" type="slidenum">
              <a:t>‹Nº›</a:t>
            </a:fld>
            <a:endParaRPr/>
          </a:p>
        </p:txBody>
      </p:sp>
      <p:pic>
        <p:nvPicPr>
          <p:cNvPr id="1026" name="Picture 2" descr="Hipoteca Caixabank - Genial Banking">
            <a:extLst>
              <a:ext uri="{FF2B5EF4-FFF2-40B4-BE49-F238E27FC236}">
                <a16:creationId xmlns:a16="http://schemas.microsoft.com/office/drawing/2014/main" id="{9D029EDC-DB83-5330-D10A-C2668AAE0957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531" b="26543"/>
          <a:stretch>
            <a:fillRect/>
          </a:stretch>
        </p:blipFill>
        <p:spPr bwMode="auto">
          <a:xfrm>
            <a:off x="17096023" y="12728883"/>
            <a:ext cx="3514105" cy="9078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</p:sldLayoutIdLst>
  <p:transition spd="med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320" userDrawn="1">
          <p15:clr>
            <a:srgbClr val="F26B43"/>
          </p15:clr>
        </p15:guide>
        <p15:guide id="2" pos="76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Dr. Vicenç Fernández Alarcón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>
            <a:normAutofit lnSpcReduction="10000"/>
          </a:bodyPr>
          <a:lstStyle/>
          <a:p>
            <a:r>
              <a:t>Dr. Vicenç Fernández Alarcón</a:t>
            </a:r>
          </a:p>
        </p:txBody>
      </p:sp>
      <p:sp>
        <p:nvSpPr>
          <p:cNvPr id="347" name="Storytelling con datos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Storytelling con datos</a:t>
            </a:r>
          </a:p>
        </p:txBody>
      </p:sp>
      <p:sp>
        <p:nvSpPr>
          <p:cNvPr id="348" name="¡¡¡Contando historias!!!"/>
          <p:cNvSpPr txBox="1">
            <a:spLocks noGrp="1"/>
          </p:cNvSpPr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¡¡¡Contando historias!!!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Storytelling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r>
              <a:t>Storytelling</a:t>
            </a:r>
          </a:p>
        </p:txBody>
      </p:sp>
      <p:sp>
        <p:nvSpPr>
          <p:cNvPr id="351" name="El por qué……"/>
          <p:cNvSpPr txBox="1">
            <a:spLocks noGrp="1"/>
          </p:cNvSpPr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sz="9600"/>
            </a:pPr>
            <a:r>
              <a:t>El por qué…</a:t>
            </a:r>
          </a:p>
          <a:p>
            <a:pPr>
              <a:defRPr sz="9600"/>
            </a:pPr>
            <a:r>
              <a:t>El qué…</a:t>
            </a:r>
          </a:p>
          <a:p>
            <a:pPr>
              <a:defRPr sz="9600"/>
            </a:pPr>
            <a:r>
              <a:t>El cómo… </a:t>
            </a:r>
          </a:p>
        </p:txBody>
      </p:sp>
      <p:pic>
        <p:nvPicPr>
          <p:cNvPr id="352" name="Cuenco de pappardelle con mantequilla de perejil, avellanas tostadas y lascas de queso parmesano" descr="Cuenco de pappardelle con mantequilla de perejil, avellanas tostadas y lascas de queso parmesano"/>
          <p:cNvPicPr>
            <a:picLocks noGrp="1" noChangeAspect="1"/>
          </p:cNvPicPr>
          <p:nvPr>
            <p:ph type="pic" idx="22"/>
          </p:nvPr>
        </p:nvPicPr>
        <p:blipFill>
          <a:blip r:embed="rId2"/>
          <a:srcRect l="609" r="30478"/>
          <a:stretch>
            <a:fillRect/>
          </a:stretch>
        </p:blipFill>
        <p:spPr>
          <a:xfrm>
            <a:off x="12191999" y="1263848"/>
            <a:ext cx="10916874" cy="11188205"/>
          </a:xfrm>
          <a:prstGeom prst="rect">
            <a:avLst/>
          </a:prstGeom>
        </p:spPr>
      </p:pic>
      <p:sp>
        <p:nvSpPr>
          <p:cNvPr id="353" name="Agenda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Agenda</a:t>
            </a:r>
          </a:p>
        </p:txBody>
      </p:sp>
      <p:sp>
        <p:nvSpPr>
          <p:cNvPr id="354" name="Número de diapositiva"/>
          <p:cNvSpPr txBox="1">
            <a:spLocks noGrp="1"/>
          </p:cNvSpPr>
          <p:nvPr>
            <p:ph type="sldNum" sz="quarter" idx="2"/>
          </p:nvPr>
        </p:nvSpPr>
        <p:spPr>
          <a:xfrm>
            <a:off x="12065050" y="13080999"/>
            <a:ext cx="241403" cy="374600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2</a:t>
            </a:fld>
            <a:endParaRPr/>
          </a:p>
        </p:txBody>
      </p:sp>
      <p:sp>
        <p:nvSpPr>
          <p:cNvPr id="355" name="Image by Dorothe from Pixabay"/>
          <p:cNvSpPr txBox="1"/>
          <p:nvPr/>
        </p:nvSpPr>
        <p:spPr>
          <a:xfrm>
            <a:off x="12196105" y="12449290"/>
            <a:ext cx="2959507" cy="324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1600" i="1">
                <a:solidFill>
                  <a:srgbClr val="D5D5D5"/>
                </a:solidFill>
              </a:defRPr>
            </a:lvl1pPr>
          </a:lstStyle>
          <a:p>
            <a:r>
              <a:t>Image by Dorothe from Pixabay</a:t>
            </a: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vicenc.fernandez@upc.edu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i="1"/>
            </a:lvl1pPr>
          </a:lstStyle>
          <a:p>
            <a:r>
              <a:rPr dirty="0"/>
              <a:t>vicenc.fernandez@upc.edu</a:t>
            </a: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0AC092-D7C9-1413-22C7-2BF4D01200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6384476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941FC7A1-2CE2-A606-58B3-7BDE8EAC2C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423960" y="136525"/>
            <a:ext cx="13536081" cy="12387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99412023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21_BasicWhite">
  <a:themeElements>
    <a:clrScheme name="21_BasicWhite">
      <a:dk1>
        <a:srgbClr val="5E5E5E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</TotalTime>
  <Words>37</Words>
  <Application>Microsoft Office PowerPoint</Application>
  <PresentationFormat>Personalizado</PresentationFormat>
  <Paragraphs>11</Paragraphs>
  <Slides>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12" baseType="lpstr">
      <vt:lpstr>Aptos</vt:lpstr>
      <vt:lpstr>Arial</vt:lpstr>
      <vt:lpstr>Helvetica</vt:lpstr>
      <vt:lpstr>Helvetica Neue</vt:lpstr>
      <vt:lpstr>Roboto</vt:lpstr>
      <vt:lpstr>Tahoma</vt:lpstr>
      <vt:lpstr>21_BasicWhite</vt:lpstr>
      <vt:lpstr>Storytelling con datos</vt:lpstr>
      <vt:lpstr>Agenda</vt:lpstr>
      <vt:lpstr>vicenc.fernandez@upc.edu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SERGI RAMIREZ MITJANS</cp:lastModifiedBy>
  <cp:revision>3</cp:revision>
  <dcterms:modified xsi:type="dcterms:W3CDTF">2026-04-14T19:09:02Z</dcterms:modified>
</cp:coreProperties>
</file>