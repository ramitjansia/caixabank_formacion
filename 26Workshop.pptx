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56" r:id="rId2"/>
    <p:sldId id="260" r:id="rId3"/>
    <p:sldId id="257" r:id="rId4"/>
    <p:sldId id="261" r:id="rId5"/>
    <p:sldId id="264" r:id="rId6"/>
    <p:sldId id="265" r:id="rId7"/>
    <p:sldId id="258" r:id="rId8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9pPr>
  </p:defaultTextStyle>
  <p:extLst>
    <p:ext uri="{EFAFB233-063F-42B5-8137-9DF3F51BA10A}">
      <p15:sldGuideLst xmlns:p15="http://schemas.microsoft.com/office/powerpoint/2012/main">
        <p15:guide id="1" orient="horz" pos="4320" userDrawn="1">
          <p15:clr>
            <a:srgbClr val="A4A3A4"/>
          </p15:clr>
        </p15:guide>
        <p15:guide id="2" pos="76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479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11"/>
    <p:restoredTop sz="94694"/>
  </p:normalViewPr>
  <p:slideViewPr>
    <p:cSldViewPr snapToGrid="0" showGuides="1">
      <p:cViewPr varScale="1">
        <p:scale>
          <a:sx n="58" d="100"/>
          <a:sy n="58" d="100"/>
        </p:scale>
        <p:origin x="976" y="232"/>
      </p:cViewPr>
      <p:guideLst>
        <p:guide orient="horz" pos="4320"/>
        <p:guide pos="76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81" d="100"/>
          <a:sy n="81" d="100"/>
        </p:scale>
        <p:origin x="3894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45A0E738-24AA-BADC-A8C4-C87DF1E2F2F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A450776-E0F4-D0DB-68BB-6CD13426E16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503C6F-49BD-47BC-9EDA-98E10EA3EBA1}" type="datetimeFigureOut">
              <a:rPr lang="es-ES" smtClean="0"/>
              <a:t>14/4/26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EDCFA64-C47B-5EA0-99EF-3723381DB61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BFDA614-347F-8CFD-6074-52BBCB6F1AB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3D6D43-E4BF-4333-A4CB-0EF4A7869D8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7877507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Shape 343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44" name="Shape 344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dublin-2344423_1280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062" r="29062"/>
          <a:stretch/>
        </p:blipFill>
        <p:spPr>
          <a:xfrm>
            <a:off x="14157257" y="-49240"/>
            <a:ext cx="10261229" cy="13765240"/>
          </a:xfrm>
          <a:prstGeom prst="rect">
            <a:avLst/>
          </a:prstGeom>
          <a:ln w="12700">
            <a:miter lim="400000"/>
          </a:ln>
        </p:spPr>
      </p:pic>
      <p:sp>
        <p:nvSpPr>
          <p:cNvPr id="14" name="Autor y fech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1340" y="11859862"/>
            <a:ext cx="21971003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767715">
              <a:lnSpc>
                <a:spcPct val="100000"/>
              </a:lnSpc>
              <a:spcBef>
                <a:spcPts val="0"/>
              </a:spcBef>
              <a:buSzTx/>
              <a:buNone/>
              <a:defRPr sz="3720"/>
            </a:lvl1pPr>
          </a:lstStyle>
          <a:p>
            <a:r>
              <a:t>Autor y fecha</a:t>
            </a:r>
          </a:p>
        </p:txBody>
      </p:sp>
      <p:sp>
        <p:nvSpPr>
          <p:cNvPr id="15" name="Título de la presentación"/>
          <p:cNvSpPr txBox="1">
            <a:spLocks noGrp="1"/>
          </p:cNvSpPr>
          <p:nvPr>
            <p:ph type="title" hasCustomPrompt="1"/>
          </p:nvPr>
        </p:nvSpPr>
        <p:spPr>
          <a:xfrm>
            <a:off x="1155696" y="5090788"/>
            <a:ext cx="13577991" cy="4648201"/>
          </a:xfrm>
          <a:prstGeom prst="rect">
            <a:avLst/>
          </a:prstGeom>
        </p:spPr>
        <p:txBody>
          <a:bodyPr anchor="b"/>
          <a:lstStyle>
            <a:lvl1pPr>
              <a:defRPr sz="10000" spc="-200"/>
            </a:lvl1pPr>
          </a:lstStyle>
          <a:p>
            <a:r>
              <a:t>Título de la presentación</a:t>
            </a:r>
          </a:p>
        </p:txBody>
      </p:sp>
      <p:sp>
        <p:nvSpPr>
          <p:cNvPr id="16" name="Nivel de texto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9661590"/>
            <a:ext cx="13042206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5E5E5E"/>
                </a:solidFill>
              </a:defRPr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5E5E5E"/>
                </a:solidFill>
              </a:defRPr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5E5E5E"/>
                </a:solidFill>
              </a:defRPr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5E5E5E"/>
                </a:solidFill>
              </a:defRPr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5E5E5E"/>
                </a:solidFill>
              </a:defRPr>
            </a:lvl5pPr>
          </a:lstStyle>
          <a:p>
            <a:r>
              <a:t>Subtítulo de la presentación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pic>
        <p:nvPicPr>
          <p:cNvPr id="17" name="UPC-positiu-p3005.png" descr="UPC-positiu-p30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037" y="810914"/>
            <a:ext cx="7200901" cy="2159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8" name="Imagen" descr="Imag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28673" y="-49240"/>
            <a:ext cx="3711788" cy="13968440"/>
          </a:xfrm>
          <a:prstGeom prst="rect">
            <a:avLst/>
          </a:prstGeom>
          <a:ln w="12700">
            <a:miter lim="400000"/>
          </a:ln>
        </p:spPr>
      </p:pic>
      <p:sp>
        <p:nvSpPr>
          <p:cNvPr id="20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Picture 2" descr="Hipoteca Caixabank - Genial Banking">
            <a:extLst>
              <a:ext uri="{FF2B5EF4-FFF2-40B4-BE49-F238E27FC236}">
                <a16:creationId xmlns:a16="http://schemas.microsoft.com/office/drawing/2014/main" id="{16193C11-0659-217A-77E1-AAB4767EA92F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531" b="26543"/>
          <a:stretch>
            <a:fillRect/>
          </a:stretch>
        </p:blipFill>
        <p:spPr bwMode="auto">
          <a:xfrm>
            <a:off x="9788641" y="1112996"/>
            <a:ext cx="5572854" cy="1439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4320" userDrawn="1">
          <p15:clr>
            <a:srgbClr val="FBAE40"/>
          </p15:clr>
        </p15:guide>
        <p15:guide id="2" pos="76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ecc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ángulo"/>
          <p:cNvSpPr/>
          <p:nvPr/>
        </p:nvSpPr>
        <p:spPr>
          <a:xfrm>
            <a:off x="14126288" y="-6313"/>
            <a:ext cx="10340622" cy="13728625"/>
          </a:xfrm>
          <a:prstGeom prst="rect">
            <a:avLst/>
          </a:prstGeom>
          <a:solidFill>
            <a:srgbClr val="3579BB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8" name="Título de la presentación"/>
          <p:cNvSpPr txBox="1">
            <a:spLocks noGrp="1"/>
          </p:cNvSpPr>
          <p:nvPr>
            <p:ph type="title" hasCustomPrompt="1"/>
          </p:nvPr>
        </p:nvSpPr>
        <p:spPr>
          <a:xfrm>
            <a:off x="1107219" y="6108808"/>
            <a:ext cx="13577991" cy="4648201"/>
          </a:xfrm>
          <a:prstGeom prst="rect">
            <a:avLst/>
          </a:prstGeom>
        </p:spPr>
        <p:txBody>
          <a:bodyPr anchor="b"/>
          <a:lstStyle/>
          <a:p>
            <a:r>
              <a:t>Título de la presentación</a:t>
            </a:r>
          </a:p>
        </p:txBody>
      </p:sp>
      <p:sp>
        <p:nvSpPr>
          <p:cNvPr id="29" name="Nivel de texto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182261" y="11205037"/>
            <a:ext cx="13042206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929292"/>
                </a:solidFill>
              </a:defRPr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929292"/>
                </a:solidFill>
              </a:defRPr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929292"/>
                </a:solidFill>
              </a:defRPr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929292"/>
                </a:solidFill>
              </a:defRPr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929292"/>
                </a:solidFill>
              </a:defRPr>
            </a:lvl5pPr>
          </a:lstStyle>
          <a:p>
            <a:r>
              <a:t>Subtítulo de la presentación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pic>
        <p:nvPicPr>
          <p:cNvPr id="30" name="Imagen" descr="Image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4546" y="0"/>
            <a:ext cx="3711788" cy="13728625"/>
          </a:xfrm>
          <a:prstGeom prst="rect">
            <a:avLst/>
          </a:prstGeom>
          <a:ln w="12700">
            <a:miter lim="400000"/>
          </a:ln>
        </p:spPr>
      </p:pic>
      <p:pic>
        <p:nvPicPr>
          <p:cNvPr id="32" name="UPC-blanc-fons-transp.png" descr="UPC-blanc-fons-trans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06334" y="901769"/>
            <a:ext cx="6096001" cy="1827726"/>
          </a:xfrm>
          <a:prstGeom prst="rect">
            <a:avLst/>
          </a:prstGeom>
          <a:ln w="12700">
            <a:miter lim="400000"/>
          </a:ln>
        </p:spPr>
      </p:pic>
      <p:sp>
        <p:nvSpPr>
          <p:cNvPr id="34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1026" name="Picture 2" descr="Industry Office - Industry Office - Connecting Science &amp; Industry">
            <a:extLst>
              <a:ext uri="{FF2B5EF4-FFF2-40B4-BE49-F238E27FC236}">
                <a16:creationId xmlns:a16="http://schemas.microsoft.com/office/drawing/2014/main" id="{11B78ADA-EB64-29AA-C7AB-52F7A6F43E7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45251" y="3236715"/>
            <a:ext cx="5618166" cy="1439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eccion azul">
    <p:bg>
      <p:bgPr>
        <a:solidFill>
          <a:srgbClr val="3579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ángulo"/>
          <p:cNvSpPr/>
          <p:nvPr/>
        </p:nvSpPr>
        <p:spPr>
          <a:xfrm>
            <a:off x="14126288" y="-6313"/>
            <a:ext cx="10340622" cy="13728625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42" name="Título de la presentación"/>
          <p:cNvSpPr txBox="1">
            <a:spLocks noGrp="1"/>
          </p:cNvSpPr>
          <p:nvPr>
            <p:ph type="title" hasCustomPrompt="1"/>
          </p:nvPr>
        </p:nvSpPr>
        <p:spPr>
          <a:xfrm>
            <a:off x="1107219" y="6108808"/>
            <a:ext cx="13577991" cy="4648201"/>
          </a:xfrm>
          <a:prstGeom prst="rect">
            <a:avLst/>
          </a:prstGeom>
        </p:spPr>
        <p:txBody>
          <a:bodyPr anchor="b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Título de la presentación</a:t>
            </a:r>
          </a:p>
        </p:txBody>
      </p:sp>
      <p:sp>
        <p:nvSpPr>
          <p:cNvPr id="43" name="Nivel de texto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182261" y="11205037"/>
            <a:ext cx="13042206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D5D5D5"/>
                </a:solidFill>
              </a:defRPr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D5D5D5"/>
                </a:solidFill>
              </a:defRPr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D5D5D5"/>
                </a:solidFill>
              </a:defRPr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D5D5D5"/>
                </a:solidFill>
              </a:defRPr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000" b="1" i="1">
                <a:solidFill>
                  <a:srgbClr val="D5D5D5"/>
                </a:solidFill>
              </a:defRPr>
            </a:lvl5pPr>
          </a:lstStyle>
          <a:p>
            <a:r>
              <a:t>Subtítulo de la presentación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pic>
        <p:nvPicPr>
          <p:cNvPr id="44" name="UPC-positiu-p3005.png" descr="UPC-positiu-p3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69270" y="980584"/>
            <a:ext cx="6095179" cy="1827480"/>
          </a:xfrm>
          <a:prstGeom prst="rect">
            <a:avLst/>
          </a:prstGeom>
          <a:ln w="12700">
            <a:miter lim="400000"/>
          </a:ln>
        </p:spPr>
      </p:pic>
      <p:sp>
        <p:nvSpPr>
          <p:cNvPr id="47" name="Triángulo"/>
          <p:cNvSpPr/>
          <p:nvPr/>
        </p:nvSpPr>
        <p:spPr>
          <a:xfrm>
            <a:off x="14085023" y="0"/>
            <a:ext cx="3984247" cy="13828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0"/>
                </a:lnTo>
                <a:lnTo>
                  <a:pt x="21600" y="0"/>
                </a:lnTo>
                <a:close/>
              </a:path>
            </a:pathLst>
          </a:custGeom>
          <a:solidFill>
            <a:srgbClr val="3579BB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48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Picture 2" descr="Hipoteca Caixabank - Genial Banking">
            <a:extLst>
              <a:ext uri="{FF2B5EF4-FFF2-40B4-BE49-F238E27FC236}">
                <a16:creationId xmlns:a16="http://schemas.microsoft.com/office/drawing/2014/main" id="{6FA2040E-BFA9-6223-5710-2E728A6E53BD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531" b="26543"/>
          <a:stretch>
            <a:fillRect/>
          </a:stretch>
        </p:blipFill>
        <p:spPr bwMode="auto">
          <a:xfrm>
            <a:off x="18330432" y="3075133"/>
            <a:ext cx="5572854" cy="1439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ítulo y viñet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ítulo de la diapositiva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Título de la diapositiva</a:t>
            </a:r>
          </a:p>
        </p:txBody>
      </p:sp>
      <p:sp>
        <p:nvSpPr>
          <p:cNvPr id="68" name="Subtítulo de la diapositiv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 i="1">
                <a:solidFill>
                  <a:srgbClr val="5E5E5E"/>
                </a:solidFill>
              </a:defRPr>
            </a:lvl1pPr>
          </a:lstStyle>
          <a:p>
            <a:r>
              <a:t>Subtítulo de la diapositiva</a:t>
            </a:r>
          </a:p>
        </p:txBody>
      </p:sp>
      <p:sp>
        <p:nvSpPr>
          <p:cNvPr id="69" name="Nivel de texto 1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de viñeta de la diapositiva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70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ítulo y viñetas azul">
    <p:bg>
      <p:bgPr>
        <a:solidFill>
          <a:srgbClr val="3579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ítulo de la diapositiva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Título de la diapositiva</a:t>
            </a:r>
          </a:p>
        </p:txBody>
      </p:sp>
      <p:sp>
        <p:nvSpPr>
          <p:cNvPr id="78" name="Subtítulo de la diapositiv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 i="1">
                <a:solidFill>
                  <a:srgbClr val="D5D5D5"/>
                </a:solidFill>
              </a:defRPr>
            </a:lvl1pPr>
          </a:lstStyle>
          <a:p>
            <a:r>
              <a:t>Subtítulo de la diapositiva</a:t>
            </a:r>
          </a:p>
        </p:txBody>
      </p:sp>
      <p:sp>
        <p:nvSpPr>
          <p:cNvPr id="79" name="Nivel de texto 1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r>
              <a:t>Texto de viñeta de la diapositiva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80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D5D5D5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81" name="UPC-blanc-fons-transp.png" descr="UPC-blanc-fons-tran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53400" y="12661900"/>
            <a:ext cx="3517900" cy="1054750"/>
          </a:xfrm>
          <a:prstGeom prst="rect">
            <a:avLst/>
          </a:prstGeom>
          <a:ln w="12700">
            <a:miter lim="400000"/>
          </a:ln>
        </p:spPr>
      </p:pic>
      <p:pic>
        <p:nvPicPr>
          <p:cNvPr id="2" name="Picture 2" descr="Industry Office - Industry Office - Connecting Science &amp; Industry">
            <a:extLst>
              <a:ext uri="{FF2B5EF4-FFF2-40B4-BE49-F238E27FC236}">
                <a16:creationId xmlns:a16="http://schemas.microsoft.com/office/drawing/2014/main" id="{0D6FDC25-BC61-AD67-EADF-D483E561AEB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65600" y="12708830"/>
            <a:ext cx="3749816" cy="960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ol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ítulo de la diapositiva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4949"/>
          </a:xfrm>
          <a:prstGeom prst="rect">
            <a:avLst/>
          </a:prstGeom>
        </p:spPr>
        <p:txBody>
          <a:bodyPr/>
          <a:lstStyle/>
          <a:p>
            <a:r>
              <a:t>Título de la diapositiva</a:t>
            </a:r>
          </a:p>
        </p:txBody>
      </p:sp>
      <p:sp>
        <p:nvSpPr>
          <p:cNvPr id="90" name="Subtítulo de la diapositiv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 i="1">
                <a:solidFill>
                  <a:srgbClr val="5E5E5E"/>
                </a:solidFill>
              </a:defRPr>
            </a:lvl1pPr>
          </a:lstStyle>
          <a:p>
            <a:r>
              <a:t>Subtítulo de la diapositiva</a:t>
            </a:r>
          </a:p>
        </p:txBody>
      </p:sp>
      <p:sp>
        <p:nvSpPr>
          <p:cNvPr id="91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olo título azul">
    <p:bg>
      <p:bgPr>
        <a:solidFill>
          <a:srgbClr val="3579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ítulo de la diapositiva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494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Título de la diapositiva</a:t>
            </a:r>
          </a:p>
        </p:txBody>
      </p:sp>
      <p:sp>
        <p:nvSpPr>
          <p:cNvPr id="99" name="Subtítulo de la diapositiv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 i="1">
                <a:solidFill>
                  <a:srgbClr val="D5D5D5"/>
                </a:solidFill>
              </a:defRPr>
            </a:lvl1pPr>
          </a:lstStyle>
          <a:p>
            <a:r>
              <a:t>Subtítulo de la diapositiva</a:t>
            </a:r>
          </a:p>
        </p:txBody>
      </p:sp>
      <p:pic>
        <p:nvPicPr>
          <p:cNvPr id="100" name="UPC-blanc-fons-transp.png" descr="UPC-blanc-fons-tran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53400" y="12661900"/>
            <a:ext cx="3517900" cy="1054750"/>
          </a:xfrm>
          <a:prstGeom prst="rect">
            <a:avLst/>
          </a:prstGeom>
          <a:ln w="12700">
            <a:miter lim="400000"/>
          </a:ln>
        </p:spPr>
      </p:pic>
      <p:sp>
        <p:nvSpPr>
          <p:cNvPr id="102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D5D5D5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Picture 2" descr="Industry Office - Industry Office - Connecting Science &amp; Industry">
            <a:extLst>
              <a:ext uri="{FF2B5EF4-FFF2-40B4-BE49-F238E27FC236}">
                <a16:creationId xmlns:a16="http://schemas.microsoft.com/office/drawing/2014/main" id="{6B9E3A99-1110-845E-DB71-D669D5057FD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65600" y="12708830"/>
            <a:ext cx="3749816" cy="960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ítulo, viñetas y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ubtítulo de la diapositiv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 i="1">
                <a:solidFill>
                  <a:srgbClr val="5E5E5E"/>
                </a:solidFill>
              </a:defRPr>
            </a:lvl1pPr>
          </a:lstStyle>
          <a:p>
            <a:r>
              <a:t>Subtítulo de la diapositiva</a:t>
            </a:r>
          </a:p>
        </p:txBody>
      </p:sp>
      <p:sp>
        <p:nvSpPr>
          <p:cNvPr id="110" name="Nivel de texto 1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r>
              <a:t>Texto de viñeta de la diapositiva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1" name="Cuenco de pappardelle con mantequilla de perejil, avellanas tostadas y lascas de queso parmesano"/>
          <p:cNvSpPr>
            <a:spLocks noGrp="1"/>
          </p:cNvSpPr>
          <p:nvPr>
            <p:ph type="pic" idx="22"/>
          </p:nvPr>
        </p:nvSpPr>
        <p:spPr>
          <a:xfrm>
            <a:off x="12192000" y="-407266"/>
            <a:ext cx="10916874" cy="1455583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12" name="Título de la diapositiva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Título de la diapositiva</a:t>
            </a:r>
          </a:p>
        </p:txBody>
      </p:sp>
      <p:sp>
        <p:nvSpPr>
          <p:cNvPr id="113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ítulo, viñetas y foto azul">
    <p:bg>
      <p:bgPr>
        <a:solidFill>
          <a:srgbClr val="3579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Subtítulo de la diapositiv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 i="1">
                <a:solidFill>
                  <a:srgbClr val="D5D5D5"/>
                </a:solidFill>
              </a:defRPr>
            </a:lvl1pPr>
          </a:lstStyle>
          <a:p>
            <a:r>
              <a:t>Subtítulo de la diapositiva</a:t>
            </a:r>
          </a:p>
        </p:txBody>
      </p:sp>
      <p:sp>
        <p:nvSpPr>
          <p:cNvPr id="121" name="Nivel de texto 1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r>
              <a:t>Texto de viñeta de la diapositiva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22" name="Cuenco de pappardelle con mantequilla de perejil, avellanas tostadas y lascas de queso parmesano"/>
          <p:cNvSpPr>
            <a:spLocks noGrp="1"/>
          </p:cNvSpPr>
          <p:nvPr>
            <p:ph type="pic" idx="22"/>
          </p:nvPr>
        </p:nvSpPr>
        <p:spPr>
          <a:xfrm>
            <a:off x="12192000" y="-407266"/>
            <a:ext cx="10916874" cy="1455583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23" name="Título de la diapositiva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Título de la diapositiva</a:t>
            </a:r>
          </a:p>
        </p:txBody>
      </p:sp>
      <p:pic>
        <p:nvPicPr>
          <p:cNvPr id="124" name="UPC-blanc-fons-transp.png" descr="UPC-blanc-fons-tran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53400" y="12661900"/>
            <a:ext cx="3517900" cy="1054750"/>
          </a:xfrm>
          <a:prstGeom prst="rect">
            <a:avLst/>
          </a:prstGeom>
          <a:ln w="12700">
            <a:miter lim="400000"/>
          </a:ln>
        </p:spPr>
      </p:pic>
      <p:sp>
        <p:nvSpPr>
          <p:cNvPr id="126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D5D5D5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Picture 2" descr="Industry Office - Industry Office - Connecting Science &amp; Industry">
            <a:extLst>
              <a:ext uri="{FF2B5EF4-FFF2-40B4-BE49-F238E27FC236}">
                <a16:creationId xmlns:a16="http://schemas.microsoft.com/office/drawing/2014/main" id="{4C1068CB-81C0-DD0D-20CC-6813E947C8D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65600" y="12708830"/>
            <a:ext cx="3749816" cy="960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olo títuloce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Título de la diapositiva"/>
          <p:cNvSpPr txBox="1">
            <a:spLocks noGrp="1"/>
          </p:cNvSpPr>
          <p:nvPr>
            <p:ph type="title" hasCustomPrompt="1"/>
          </p:nvPr>
        </p:nvSpPr>
        <p:spPr>
          <a:xfrm>
            <a:off x="54848" y="6140525"/>
            <a:ext cx="24274304" cy="1434950"/>
          </a:xfrm>
          <a:prstGeom prst="rect">
            <a:avLst/>
          </a:prstGeom>
        </p:spPr>
        <p:txBody>
          <a:bodyPr/>
          <a:lstStyle>
            <a:lvl1pPr algn="ctr"/>
          </a:lstStyle>
          <a:p>
            <a:r>
              <a:t>Título de la diapositiva</a:t>
            </a:r>
          </a:p>
        </p:txBody>
      </p:sp>
      <p:sp>
        <p:nvSpPr>
          <p:cNvPr id="134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olo título centro azul">
    <p:bg>
      <p:bgPr>
        <a:solidFill>
          <a:srgbClr val="3579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ítulo de la diapositiva"/>
          <p:cNvSpPr txBox="1">
            <a:spLocks noGrp="1"/>
          </p:cNvSpPr>
          <p:nvPr>
            <p:ph type="title" hasCustomPrompt="1"/>
          </p:nvPr>
        </p:nvSpPr>
        <p:spPr>
          <a:xfrm>
            <a:off x="209359" y="6140525"/>
            <a:ext cx="24275341" cy="143495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r>
              <a:t>Título de la diapositiva</a:t>
            </a:r>
          </a:p>
        </p:txBody>
      </p:sp>
      <p:pic>
        <p:nvPicPr>
          <p:cNvPr id="142" name="UPC-blanc-fons-transp.png" descr="UPC-blanc-fons-tran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53400" y="12661900"/>
            <a:ext cx="3517900" cy="1054750"/>
          </a:xfrm>
          <a:prstGeom prst="rect">
            <a:avLst/>
          </a:prstGeom>
          <a:ln w="12700">
            <a:miter lim="400000"/>
          </a:ln>
        </p:spPr>
      </p:pic>
      <p:sp>
        <p:nvSpPr>
          <p:cNvPr id="144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D5D5D5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Picture 2" descr="Industry Office - Industry Office - Connecting Science &amp; Industry">
            <a:extLst>
              <a:ext uri="{FF2B5EF4-FFF2-40B4-BE49-F238E27FC236}">
                <a16:creationId xmlns:a16="http://schemas.microsoft.com/office/drawing/2014/main" id="{1DBA55C8-6D08-7A12-9CB9-7DA5ADA8FC9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65600" y="12708830"/>
            <a:ext cx="3749816" cy="960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ato importan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Nivel de texto 1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1075927"/>
            <a:ext cx="21971000" cy="724158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5pPr>
          </a:lstStyle>
          <a:p>
            <a:r>
              <a:t>100 %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52" name="Información fáctic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Información fáctica</a:t>
            </a:r>
          </a:p>
        </p:txBody>
      </p:sp>
      <p:sp>
        <p:nvSpPr>
          <p:cNvPr id="153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ato importante azul">
    <p:bg>
      <p:bgPr>
        <a:solidFill>
          <a:srgbClr val="3579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Nivel de texto 1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1075927"/>
            <a:ext cx="21971000" cy="724158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>
                <a:solidFill>
                  <a:srgbClr val="FFFFFF"/>
                </a:solidFill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>
                <a:solidFill>
                  <a:srgbClr val="FFFFFF"/>
                </a:solidFill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>
                <a:solidFill>
                  <a:srgbClr val="FFFFFF"/>
                </a:solidFill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>
                <a:solidFill>
                  <a:srgbClr val="FFFFFF"/>
                </a:solidFill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>
                <a:solidFill>
                  <a:srgbClr val="FFFFFF"/>
                </a:solidFill>
              </a:defRPr>
            </a:lvl5pPr>
          </a:lstStyle>
          <a:p>
            <a:r>
              <a:t>100 %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61" name="Información fáctic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>
                <a:solidFill>
                  <a:srgbClr val="FFFFFF"/>
                </a:solidFill>
              </a:defRPr>
            </a:lvl1pPr>
          </a:lstStyle>
          <a:p>
            <a:r>
              <a:t>Información fáctica</a:t>
            </a:r>
          </a:p>
        </p:txBody>
      </p:sp>
      <p:pic>
        <p:nvPicPr>
          <p:cNvPr id="162" name="UPC-blanc-fons-transp.png" descr="UPC-blanc-fons-tran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53400" y="12661900"/>
            <a:ext cx="3517900" cy="1054750"/>
          </a:xfrm>
          <a:prstGeom prst="rect">
            <a:avLst/>
          </a:prstGeom>
          <a:ln w="12700">
            <a:miter lim="400000"/>
          </a:ln>
        </p:spPr>
      </p:pic>
      <p:sp>
        <p:nvSpPr>
          <p:cNvPr id="164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Picture 2" descr="Industry Office - Industry Office - Connecting Science &amp; Industry">
            <a:extLst>
              <a:ext uri="{FF2B5EF4-FFF2-40B4-BE49-F238E27FC236}">
                <a16:creationId xmlns:a16="http://schemas.microsoft.com/office/drawing/2014/main" id="{EAF2CD8D-319F-1CFD-0FAF-806CDF69FD4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65600" y="12708830"/>
            <a:ext cx="3749816" cy="960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En blanco azul">
    <p:bg>
      <p:bgPr>
        <a:solidFill>
          <a:srgbClr val="3579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UPC-blanc-fons-transp.png" descr="UPC-blanc-fons-tran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53400" y="12661900"/>
            <a:ext cx="3517900" cy="1054750"/>
          </a:xfrm>
          <a:prstGeom prst="rect">
            <a:avLst/>
          </a:prstGeom>
          <a:ln w="12700">
            <a:miter lim="400000"/>
          </a:ln>
        </p:spPr>
      </p:pic>
      <p:sp>
        <p:nvSpPr>
          <p:cNvPr id="180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D5D5D5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Picture 2" descr="Industry Office - Industry Office - Connecting Science &amp; Industry">
            <a:extLst>
              <a:ext uri="{FF2B5EF4-FFF2-40B4-BE49-F238E27FC236}">
                <a16:creationId xmlns:a16="http://schemas.microsoft.com/office/drawing/2014/main" id="{C049BA94-6E18-3EDA-7240-9D556D3ADBC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65600" y="12708830"/>
            <a:ext cx="3749816" cy="960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 f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Cuenco de ensalada con arroz frito, huevos duros y palillos"/>
          <p:cNvSpPr>
            <a:spLocks noGrp="1"/>
          </p:cNvSpPr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8" name="Cuenco con pasteles de salmón, ensalada y hummus"/>
          <p:cNvSpPr>
            <a:spLocks noGrp="1"/>
          </p:cNvSpPr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9" name="Cuenco de pappardelle con mantequilla de perejil, avellanas tostadas y lascas de queso parmesano"/>
          <p:cNvSpPr>
            <a:spLocks noGrp="1"/>
          </p:cNvSpPr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0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3 fotos azul">
    <p:bg>
      <p:bgPr>
        <a:solidFill>
          <a:srgbClr val="3579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Cuenco de ensalada con arroz frito, huevos duros y palillos"/>
          <p:cNvSpPr>
            <a:spLocks noGrp="1"/>
          </p:cNvSpPr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8" name="Cuenco con pasteles de salmón, ensalada y hummus"/>
          <p:cNvSpPr>
            <a:spLocks noGrp="1"/>
          </p:cNvSpPr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9" name="Cuenco de pappardelle con mantequilla de perejil, avellanas tostadas y lascas de queso parmesano"/>
          <p:cNvSpPr>
            <a:spLocks noGrp="1"/>
          </p:cNvSpPr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pic>
        <p:nvPicPr>
          <p:cNvPr id="200" name="UPC-blanc-fons-transp.png" descr="UPC-blanc-fons-tran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53400" y="12661900"/>
            <a:ext cx="3517900" cy="1054750"/>
          </a:xfrm>
          <a:prstGeom prst="rect">
            <a:avLst/>
          </a:prstGeom>
          <a:ln w="12700">
            <a:miter lim="400000"/>
          </a:ln>
        </p:spPr>
      </p:pic>
      <p:sp>
        <p:nvSpPr>
          <p:cNvPr id="202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D5D5D5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Picture 2" descr="Industry Office - Industry Office - Connecting Science &amp; Industry">
            <a:extLst>
              <a:ext uri="{FF2B5EF4-FFF2-40B4-BE49-F238E27FC236}">
                <a16:creationId xmlns:a16="http://schemas.microsoft.com/office/drawing/2014/main" id="{32CC4742-5AC1-C79B-CB2D-103ADD534C0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65600" y="12708830"/>
            <a:ext cx="3749816" cy="960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 f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Cuenco de ensalada con arroz frito, huevos duros y palillos"/>
          <p:cNvSpPr>
            <a:spLocks noGrp="1"/>
          </p:cNvSpPr>
          <p:nvPr>
            <p:ph type="pic" sz="half" idx="21"/>
          </p:nvPr>
        </p:nvSpPr>
        <p:spPr>
          <a:xfrm>
            <a:off x="12467095" y="1979684"/>
            <a:ext cx="11454099" cy="1117310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0" name="Cuenco de pappardelle con mantequilla de perejil, avellanas tostadas y lascas de queso parmesano"/>
          <p:cNvSpPr>
            <a:spLocks noGrp="1"/>
          </p:cNvSpPr>
          <p:nvPr>
            <p:ph type="pic" idx="22"/>
          </p:nvPr>
        </p:nvSpPr>
        <p:spPr>
          <a:xfrm>
            <a:off x="-540920" y="1756648"/>
            <a:ext cx="13400896" cy="1125788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1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sp>
        <p:nvSpPr>
          <p:cNvPr id="212" name="La Gran Idea"/>
          <p:cNvSpPr txBox="1"/>
          <p:nvPr/>
        </p:nvSpPr>
        <p:spPr>
          <a:xfrm>
            <a:off x="520700" y="596900"/>
            <a:ext cx="9779000" cy="143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algn="l">
              <a:lnSpc>
                <a:spcPct val="80000"/>
              </a:lnSpc>
              <a:defRPr sz="8500" b="1" spc="-170">
                <a:solidFill>
                  <a:srgbClr val="000000"/>
                </a:solidFill>
              </a:defRPr>
            </a:lvl1pPr>
          </a:lstStyle>
          <a:p>
            <a:r>
              <a:t>La Gran Idea</a:t>
            </a:r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2 fotos azul">
    <p:bg>
      <p:bgPr>
        <a:solidFill>
          <a:srgbClr val="3579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Cuenco de ensalada con arroz frito, huevos duros y palillos"/>
          <p:cNvSpPr>
            <a:spLocks noGrp="1"/>
          </p:cNvSpPr>
          <p:nvPr>
            <p:ph type="pic" sz="half" idx="21"/>
          </p:nvPr>
        </p:nvSpPr>
        <p:spPr>
          <a:xfrm>
            <a:off x="12467095" y="1979684"/>
            <a:ext cx="11454099" cy="1117310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0" name="Cuenco de pappardelle con mantequilla de perejil, avellanas tostadas y lascas de queso parmesano"/>
          <p:cNvSpPr>
            <a:spLocks noGrp="1"/>
          </p:cNvSpPr>
          <p:nvPr>
            <p:ph type="pic" idx="22"/>
          </p:nvPr>
        </p:nvSpPr>
        <p:spPr>
          <a:xfrm>
            <a:off x="-540920" y="1756648"/>
            <a:ext cx="13400896" cy="1125788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1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D5D5D5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  <p:sp>
        <p:nvSpPr>
          <p:cNvPr id="222" name="Título de la diapositiva"/>
          <p:cNvSpPr txBox="1"/>
          <p:nvPr/>
        </p:nvSpPr>
        <p:spPr>
          <a:xfrm>
            <a:off x="576297" y="715921"/>
            <a:ext cx="9779001" cy="143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algn="l" defTabSz="2121354">
              <a:lnSpc>
                <a:spcPct val="80000"/>
              </a:lnSpc>
              <a:defRPr sz="7394" b="1" spc="-147">
                <a:solidFill>
                  <a:srgbClr val="FFFFFF"/>
                </a:solidFill>
              </a:defRPr>
            </a:lvl1pPr>
          </a:lstStyle>
          <a:p>
            <a:r>
              <a:t>Título de la diapositiva</a:t>
            </a:r>
          </a:p>
        </p:txBody>
      </p:sp>
      <p:pic>
        <p:nvPicPr>
          <p:cNvPr id="223" name="UPC-blanc-fons-transp.png" descr="UPC-blanc-fons-tran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53400" y="12661900"/>
            <a:ext cx="3517900" cy="1054750"/>
          </a:xfrm>
          <a:prstGeom prst="rect">
            <a:avLst/>
          </a:prstGeom>
          <a:ln w="12700">
            <a:miter lim="400000"/>
          </a:ln>
        </p:spPr>
      </p:pic>
      <p:pic>
        <p:nvPicPr>
          <p:cNvPr id="2" name="Picture 2" descr="Industry Office - Industry Office - Connecting Science &amp; Industry">
            <a:extLst>
              <a:ext uri="{FF2B5EF4-FFF2-40B4-BE49-F238E27FC236}">
                <a16:creationId xmlns:a16="http://schemas.microsoft.com/office/drawing/2014/main" id="{2AAA4391-31A1-991F-DA1C-883D18698F3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65600" y="12708830"/>
            <a:ext cx="3749816" cy="960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cuenco de ensalada con arroz frito, huevos duros y palillos"/>
          <p:cNvSpPr>
            <a:spLocks noGrp="1"/>
          </p:cNvSpPr>
          <p:nvPr>
            <p:ph type="pic" idx="21"/>
          </p:nvPr>
        </p:nvSpPr>
        <p:spPr>
          <a:xfrm>
            <a:off x="-1333721" y="-5524547"/>
            <a:ext cx="27051234" cy="2164098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32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UPC-positiu-p3005.png" descr="UPC-positiu-p3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944" y="804729"/>
            <a:ext cx="6674319" cy="2001119"/>
          </a:xfrm>
          <a:prstGeom prst="rect">
            <a:avLst/>
          </a:prstGeom>
          <a:ln w="12700">
            <a:miter lim="400000"/>
          </a:ln>
        </p:spPr>
      </p:pic>
      <p:pic>
        <p:nvPicPr>
          <p:cNvPr id="241" name="Imagen" descr="Imag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7947" y="2358840"/>
            <a:ext cx="12688106" cy="8998320"/>
          </a:xfrm>
          <a:prstGeom prst="rect">
            <a:avLst/>
          </a:prstGeom>
          <a:ln w="12700">
            <a:miter lim="400000"/>
          </a:ln>
        </p:spPr>
      </p:pic>
      <p:sp>
        <p:nvSpPr>
          <p:cNvPr id="242" name="Título de la diapositiva"/>
          <p:cNvSpPr txBox="1">
            <a:spLocks noGrp="1"/>
          </p:cNvSpPr>
          <p:nvPr>
            <p:ph type="title" hasCustomPrompt="1"/>
          </p:nvPr>
        </p:nvSpPr>
        <p:spPr>
          <a:xfrm>
            <a:off x="6953250" y="11823700"/>
            <a:ext cx="10477500" cy="1435100"/>
          </a:xfrm>
          <a:prstGeom prst="rect">
            <a:avLst/>
          </a:prstGeom>
        </p:spPr>
        <p:txBody>
          <a:bodyPr/>
          <a:lstStyle>
            <a:lvl1pPr algn="ctr">
              <a:lnSpc>
                <a:spcPct val="90000"/>
              </a:lnSpc>
              <a:spcBef>
                <a:spcPts val="4500"/>
              </a:spcBef>
              <a:defRPr sz="4800" b="0" spc="0"/>
            </a:lvl1pPr>
          </a:lstStyle>
          <a:p>
            <a:r>
              <a:t>Título de la diapositiva</a:t>
            </a:r>
          </a:p>
        </p:txBody>
      </p:sp>
      <p:sp>
        <p:nvSpPr>
          <p:cNvPr id="243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3" name="Picture 2" descr="Hipoteca Caixabank - Genial Banking">
            <a:extLst>
              <a:ext uri="{FF2B5EF4-FFF2-40B4-BE49-F238E27FC236}">
                <a16:creationId xmlns:a16="http://schemas.microsoft.com/office/drawing/2014/main" id="{DB1600DA-C563-4D84-2C97-9FD3A3FA804E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531" b="26543"/>
          <a:stretch>
            <a:fillRect/>
          </a:stretch>
        </p:blipFill>
        <p:spPr bwMode="auto">
          <a:xfrm>
            <a:off x="17218451" y="1040220"/>
            <a:ext cx="5923101" cy="1530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ierre Spanis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UPC-positiu-p3005.png" descr="UPC-positiu-p3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944" y="804729"/>
            <a:ext cx="6674319" cy="2001119"/>
          </a:xfrm>
          <a:prstGeom prst="rect">
            <a:avLst/>
          </a:prstGeom>
          <a:ln w="12700">
            <a:miter lim="400000"/>
          </a:ln>
        </p:spPr>
      </p:pic>
      <p:sp>
        <p:nvSpPr>
          <p:cNvPr id="252" name="Título de la diapositiva"/>
          <p:cNvSpPr txBox="1">
            <a:spLocks noGrp="1"/>
          </p:cNvSpPr>
          <p:nvPr>
            <p:ph type="title" hasCustomPrompt="1"/>
          </p:nvPr>
        </p:nvSpPr>
        <p:spPr>
          <a:xfrm>
            <a:off x="6953250" y="11823700"/>
            <a:ext cx="10477500" cy="1435100"/>
          </a:xfrm>
          <a:prstGeom prst="rect">
            <a:avLst/>
          </a:prstGeom>
        </p:spPr>
        <p:txBody>
          <a:bodyPr/>
          <a:lstStyle>
            <a:lvl1pPr algn="ctr">
              <a:lnSpc>
                <a:spcPct val="90000"/>
              </a:lnSpc>
              <a:spcBef>
                <a:spcPts val="4500"/>
              </a:spcBef>
              <a:defRPr sz="4800" b="0" spc="0"/>
            </a:lvl1pPr>
          </a:lstStyle>
          <a:p>
            <a:r>
              <a:t>Título de la diapositiva</a:t>
            </a:r>
          </a:p>
        </p:txBody>
      </p:sp>
      <p:sp>
        <p:nvSpPr>
          <p:cNvPr id="253" name="¡Gracias!"/>
          <p:cNvSpPr txBox="1"/>
          <p:nvPr/>
        </p:nvSpPr>
        <p:spPr>
          <a:xfrm>
            <a:off x="5049545" y="4079589"/>
            <a:ext cx="14284909" cy="554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5000">
                <a:solidFill>
                  <a:srgbClr val="000000"/>
                </a:solidFill>
                <a:latin typeface="Brush Script MT Italic"/>
                <a:ea typeface="Brush Script MT Italic"/>
                <a:cs typeface="Brush Script MT Italic"/>
                <a:sym typeface="Brush Script MT Italic"/>
              </a:defRPr>
            </a:lvl1pPr>
          </a:lstStyle>
          <a:p>
            <a:r>
              <a:t>¡Gracias!</a:t>
            </a:r>
          </a:p>
        </p:txBody>
      </p:sp>
      <p:sp>
        <p:nvSpPr>
          <p:cNvPr id="254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Picture 2" descr="Hipoteca Caixabank - Genial Banking">
            <a:extLst>
              <a:ext uri="{FF2B5EF4-FFF2-40B4-BE49-F238E27FC236}">
                <a16:creationId xmlns:a16="http://schemas.microsoft.com/office/drawing/2014/main" id="{72C01F63-C0F9-274C-2FDC-FC80FFDF242D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531" b="26543"/>
          <a:stretch>
            <a:fillRect/>
          </a:stretch>
        </p:blipFill>
        <p:spPr bwMode="auto">
          <a:xfrm>
            <a:off x="17218451" y="1040220"/>
            <a:ext cx="5923101" cy="1530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4320" userDrawn="1">
          <p15:clr>
            <a:srgbClr val="FBAE40"/>
          </p15:clr>
        </p15:guide>
        <p15:guide id="2" pos="7680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ierre azul">
    <p:bg>
      <p:bgPr>
        <a:solidFill>
          <a:srgbClr val="3579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Título de la diapositiva"/>
          <p:cNvSpPr txBox="1">
            <a:spLocks noGrp="1"/>
          </p:cNvSpPr>
          <p:nvPr>
            <p:ph type="title" hasCustomPrompt="1"/>
          </p:nvPr>
        </p:nvSpPr>
        <p:spPr>
          <a:xfrm>
            <a:off x="6953250" y="11823700"/>
            <a:ext cx="10477500" cy="1435100"/>
          </a:xfrm>
          <a:prstGeom prst="rect">
            <a:avLst/>
          </a:prstGeom>
        </p:spPr>
        <p:txBody>
          <a:bodyPr/>
          <a:lstStyle>
            <a:lvl1pPr algn="ctr">
              <a:lnSpc>
                <a:spcPct val="90000"/>
              </a:lnSpc>
              <a:spcBef>
                <a:spcPts val="4500"/>
              </a:spcBef>
              <a:defRPr sz="4800" b="0" spc="0">
                <a:solidFill>
                  <a:srgbClr val="FFFFFF"/>
                </a:solidFill>
              </a:defRPr>
            </a:lvl1pPr>
          </a:lstStyle>
          <a:p>
            <a:r>
              <a:t>Título de la diapositiva</a:t>
            </a:r>
          </a:p>
        </p:txBody>
      </p:sp>
      <p:pic>
        <p:nvPicPr>
          <p:cNvPr id="262" name="Imagen" descr="Image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6812" y="2494715"/>
            <a:ext cx="8999903" cy="8576085"/>
          </a:xfrm>
          <a:prstGeom prst="rect">
            <a:avLst/>
          </a:prstGeom>
          <a:ln w="12700">
            <a:miter lim="400000"/>
          </a:ln>
        </p:spPr>
      </p:pic>
      <p:pic>
        <p:nvPicPr>
          <p:cNvPr id="263" name="UPC-blanc-fons-transp.png" descr="UPC-blanc-fons-trans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0800" y="803847"/>
            <a:ext cx="6680200" cy="2002883"/>
          </a:xfrm>
          <a:prstGeom prst="rect">
            <a:avLst/>
          </a:prstGeom>
          <a:ln w="12700">
            <a:miter lim="400000"/>
          </a:ln>
        </p:spPr>
      </p:pic>
      <p:sp>
        <p:nvSpPr>
          <p:cNvPr id="265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Picture 2" descr="Industry Office - Industry Office - Connecting Science &amp; Industry">
            <a:extLst>
              <a:ext uri="{FF2B5EF4-FFF2-40B4-BE49-F238E27FC236}">
                <a16:creationId xmlns:a16="http://schemas.microsoft.com/office/drawing/2014/main" id="{0BA7670F-8B53-2BE7-9E8F-36267782545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30750" y="1060112"/>
            <a:ext cx="5816006" cy="1490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ierre azul Spanish">
    <p:bg>
      <p:bgPr>
        <a:solidFill>
          <a:srgbClr val="3579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Título de la diapositiva"/>
          <p:cNvSpPr txBox="1">
            <a:spLocks noGrp="1"/>
          </p:cNvSpPr>
          <p:nvPr>
            <p:ph type="title" hasCustomPrompt="1"/>
          </p:nvPr>
        </p:nvSpPr>
        <p:spPr>
          <a:xfrm>
            <a:off x="6953250" y="11823700"/>
            <a:ext cx="10477500" cy="1435100"/>
          </a:xfrm>
          <a:prstGeom prst="rect">
            <a:avLst/>
          </a:prstGeom>
        </p:spPr>
        <p:txBody>
          <a:bodyPr/>
          <a:lstStyle>
            <a:lvl1pPr algn="ctr">
              <a:lnSpc>
                <a:spcPct val="90000"/>
              </a:lnSpc>
              <a:spcBef>
                <a:spcPts val="4500"/>
              </a:spcBef>
              <a:defRPr sz="4800" b="0" spc="0">
                <a:solidFill>
                  <a:srgbClr val="FFFFFF"/>
                </a:solidFill>
              </a:defRPr>
            </a:lvl1pPr>
          </a:lstStyle>
          <a:p>
            <a:r>
              <a:rPr dirty="0" err="1"/>
              <a:t>Título</a:t>
            </a:r>
            <a:r>
              <a:rPr dirty="0"/>
              <a:t> de la </a:t>
            </a:r>
            <a:r>
              <a:rPr dirty="0" err="1"/>
              <a:t>diapositiva</a:t>
            </a:r>
            <a:endParaRPr dirty="0"/>
          </a:p>
        </p:txBody>
      </p:sp>
      <p:pic>
        <p:nvPicPr>
          <p:cNvPr id="273" name="UPC-blanc-fons-transp.png" descr="UPC-blanc-fons-tran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800" y="803847"/>
            <a:ext cx="6680200" cy="2002883"/>
          </a:xfrm>
          <a:prstGeom prst="rect">
            <a:avLst/>
          </a:prstGeom>
          <a:ln w="12700">
            <a:miter lim="400000"/>
          </a:ln>
        </p:spPr>
      </p:pic>
      <p:sp>
        <p:nvSpPr>
          <p:cNvPr id="275" name="¡Gracias!"/>
          <p:cNvSpPr txBox="1"/>
          <p:nvPr/>
        </p:nvSpPr>
        <p:spPr>
          <a:xfrm>
            <a:off x="5049545" y="4079589"/>
            <a:ext cx="14284909" cy="554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5000">
                <a:solidFill>
                  <a:srgbClr val="FFFFFF"/>
                </a:solidFill>
                <a:latin typeface="Brush Script MT Italic"/>
                <a:ea typeface="Brush Script MT Italic"/>
                <a:cs typeface="Brush Script MT Italic"/>
                <a:sym typeface="Brush Script MT Italic"/>
              </a:defRPr>
            </a:lvl1pPr>
          </a:lstStyle>
          <a:p>
            <a:r>
              <a:rPr dirty="0"/>
              <a:t>¡Gracias!</a:t>
            </a:r>
          </a:p>
        </p:txBody>
      </p:sp>
      <p:sp>
        <p:nvSpPr>
          <p:cNvPr id="276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Picture 2" descr="Industry Office - Industry Office - Connecting Science &amp; Industry">
            <a:extLst>
              <a:ext uri="{FF2B5EF4-FFF2-40B4-BE49-F238E27FC236}">
                <a16:creationId xmlns:a16="http://schemas.microsoft.com/office/drawing/2014/main" id="{884FE520-0349-B1EA-C51F-A94D7F4EE19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30750" y="1060112"/>
            <a:ext cx="5816006" cy="1490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4320" userDrawn="1">
          <p15:clr>
            <a:srgbClr val="FBAE40"/>
          </p15:clr>
        </p15:guide>
        <p15:guide id="2" pos="7680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Texto del título"/>
          <p:cNvSpPr txBox="1">
            <a:spLocks noGrp="1"/>
          </p:cNvSpPr>
          <p:nvPr>
            <p:ph type="title"/>
          </p:nvPr>
        </p:nvSpPr>
        <p:spPr>
          <a:xfrm>
            <a:off x="831199" y="1186733"/>
            <a:ext cx="22721602" cy="1527201"/>
          </a:xfrm>
          <a:prstGeom prst="rect">
            <a:avLst/>
          </a:prstGeom>
        </p:spPr>
        <p:txBody>
          <a:bodyPr lIns="91399" tIns="91399" rIns="91399" bIns="91399"/>
          <a:lstStyle>
            <a:lvl1pPr defTabSz="2438400">
              <a:lnSpc>
                <a:spcPct val="90000"/>
              </a:lnSpc>
              <a:defRPr sz="6400" spc="0">
                <a:solidFill>
                  <a:srgbClr val="009EE0"/>
                </a:solidFill>
                <a:latin typeface="Tahoma"/>
                <a:ea typeface="Tahoma"/>
                <a:cs typeface="Tahoma"/>
                <a:sym typeface="Tahoma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318" name="Nivel de texto 1…"/>
          <p:cNvSpPr txBox="1">
            <a:spLocks noGrp="1"/>
          </p:cNvSpPr>
          <p:nvPr>
            <p:ph type="body" idx="1"/>
          </p:nvPr>
        </p:nvSpPr>
        <p:spPr>
          <a:xfrm>
            <a:off x="831199" y="3073266"/>
            <a:ext cx="22721602" cy="9110401"/>
          </a:xfrm>
          <a:prstGeom prst="rect">
            <a:avLst/>
          </a:prstGeom>
        </p:spPr>
        <p:txBody>
          <a:bodyPr lIns="243799" tIns="243799" rIns="243799" bIns="243799" anchor="ctr"/>
          <a:lstStyle>
            <a:lvl1pPr marL="956128" indent="-816428" defTabSz="243840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ts val="3600"/>
              <a:buFont typeface="Arial"/>
              <a:buChar char="●"/>
              <a:defRPr sz="3600">
                <a:latin typeface="Arial"/>
                <a:ea typeface="Arial"/>
                <a:cs typeface="Arial"/>
                <a:sym typeface="Arial"/>
              </a:defRPr>
            </a:lvl1pPr>
            <a:lvl2pPr marL="1413328" indent="-816428" defTabSz="243840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ts val="3600"/>
              <a:buFont typeface="Arial"/>
              <a:buChar char="○"/>
              <a:defRPr sz="3600">
                <a:latin typeface="Arial"/>
                <a:ea typeface="Arial"/>
                <a:cs typeface="Arial"/>
                <a:sym typeface="Arial"/>
              </a:defRPr>
            </a:lvl2pPr>
            <a:lvl3pPr marL="1870528" indent="-816428" defTabSz="243840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ts val="3600"/>
              <a:buFont typeface="Arial"/>
              <a:buChar char="■"/>
              <a:defRPr sz="3600">
                <a:latin typeface="Arial"/>
                <a:ea typeface="Arial"/>
                <a:cs typeface="Arial"/>
                <a:sym typeface="Arial"/>
              </a:defRPr>
            </a:lvl3pPr>
            <a:lvl4pPr marL="2327728" indent="-816428" defTabSz="243840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ts val="3600"/>
              <a:buFont typeface="Arial"/>
              <a:buChar char="●"/>
              <a:defRPr sz="3600">
                <a:latin typeface="Arial"/>
                <a:ea typeface="Arial"/>
                <a:cs typeface="Arial"/>
                <a:sym typeface="Arial"/>
              </a:defRPr>
            </a:lvl4pPr>
            <a:lvl5pPr marL="2784928" indent="-816428" defTabSz="243840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SzPts val="3600"/>
              <a:buFont typeface="Arial"/>
              <a:buChar char="○"/>
              <a:defRPr sz="3600"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319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23639068" y="12747995"/>
            <a:ext cx="417354" cy="424101"/>
          </a:xfrm>
          <a:prstGeom prst="rect">
            <a:avLst/>
          </a:prstGeom>
        </p:spPr>
        <p:txBody>
          <a:bodyPr lIns="91399" tIns="91399" rIns="91399" bIns="91399" anchor="ctr"/>
          <a:lstStyle>
            <a:lvl1pPr algn="r" defTabSz="2438400">
              <a:defRPr sz="1600">
                <a:solidFill>
                  <a:srgbClr val="009EE0"/>
                </a:solidFill>
                <a:latin typeface="Tahoma"/>
                <a:ea typeface="Tahoma"/>
                <a:cs typeface="Tahoma"/>
                <a:sym typeface="Tahoma"/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de la diapositiva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Título de la diapositiva</a:t>
            </a:r>
          </a:p>
        </p:txBody>
      </p:sp>
      <p:sp>
        <p:nvSpPr>
          <p:cNvPr id="3" name="Nivel de texto 1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Texto de viñeta de la diapositiva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pic>
        <p:nvPicPr>
          <p:cNvPr id="5" name="UPC-positiu-p3005.png" descr="UPC-positiu-p3005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0856144" y="12660868"/>
            <a:ext cx="3514106" cy="1053613"/>
          </a:xfrm>
          <a:prstGeom prst="rect">
            <a:avLst/>
          </a:prstGeom>
          <a:ln w="12700">
            <a:miter lim="400000"/>
          </a:ln>
        </p:spPr>
      </p:pic>
      <p:sp>
        <p:nvSpPr>
          <p:cNvPr id="6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defTabSz="584200">
              <a:defRPr sz="1800"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1026" name="Picture 2" descr="Hipoteca Caixabank - Genial Banking">
            <a:extLst>
              <a:ext uri="{FF2B5EF4-FFF2-40B4-BE49-F238E27FC236}">
                <a16:creationId xmlns:a16="http://schemas.microsoft.com/office/drawing/2014/main" id="{9D029EDC-DB83-5330-D10A-C2668AAE0957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531" b="26543"/>
          <a:stretch>
            <a:fillRect/>
          </a:stretch>
        </p:blipFill>
        <p:spPr bwMode="auto">
          <a:xfrm>
            <a:off x="17096023" y="12728883"/>
            <a:ext cx="3514105" cy="9078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6" r:id="rId17"/>
    <p:sldLayoutId id="2147483667" r:id="rId18"/>
    <p:sldLayoutId id="2147483668" r:id="rId19"/>
    <p:sldLayoutId id="2147483669" r:id="rId20"/>
    <p:sldLayoutId id="2147483670" r:id="rId21"/>
    <p:sldLayoutId id="2147483671" r:id="rId22"/>
    <p:sldLayoutId id="2147483672" r:id="rId23"/>
    <p:sldLayoutId id="2147483673" r:id="rId24"/>
    <p:sldLayoutId id="2147483678" r:id="rId25"/>
  </p:sldLayoutIdLst>
  <p:transition spd="med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320" userDrawn="1">
          <p15:clr>
            <a:srgbClr val="F26B43"/>
          </p15:clr>
        </p15:guide>
        <p15:guide id="2" pos="76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Dr. Vicenç Fernández Alarcón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 lnSpcReduction="10000"/>
          </a:bodyPr>
          <a:lstStyle/>
          <a:p>
            <a:r>
              <a:rPr lang="es-ES" dirty="0"/>
              <a:t>Sergi </a:t>
            </a:r>
            <a:r>
              <a:rPr lang="es-ES" dirty="0" err="1"/>
              <a:t>Ramirez</a:t>
            </a:r>
            <a:r>
              <a:rPr lang="es-ES" dirty="0"/>
              <a:t> Mitjans</a:t>
            </a:r>
          </a:p>
          <a:p>
            <a:endParaRPr dirty="0"/>
          </a:p>
        </p:txBody>
      </p:sp>
      <p:sp>
        <p:nvSpPr>
          <p:cNvPr id="347" name="Storytelling con datos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 b="1" i="0" u="none" strike="noStrike" dirty="0" err="1">
                <a:solidFill>
                  <a:schemeClr val="bg2">
                    <a:lumMod val="10000"/>
                  </a:schemeClr>
                </a:solidFill>
                <a:effectLst/>
                <a:latin typeface="Mona Sans VF"/>
              </a:rPr>
              <a:t>Model</a:t>
            </a:r>
            <a:r>
              <a:rPr lang="es-ES" b="1" i="0" u="none" strike="noStrike" dirty="0">
                <a:solidFill>
                  <a:schemeClr val="bg2">
                    <a:lumMod val="10000"/>
                  </a:schemeClr>
                </a:solidFill>
                <a:effectLst/>
                <a:latin typeface="Mona Sans VF"/>
              </a:rPr>
              <a:t> </a:t>
            </a:r>
            <a:r>
              <a:rPr lang="es-ES" b="1" i="0" u="none" strike="noStrike" dirty="0" err="1">
                <a:solidFill>
                  <a:schemeClr val="bg2">
                    <a:lumMod val="10000"/>
                  </a:schemeClr>
                </a:solidFill>
                <a:effectLst/>
                <a:latin typeface="Mona Sans VF"/>
              </a:rPr>
              <a:t>Risk</a:t>
            </a:r>
            <a:r>
              <a:rPr lang="es-ES" b="1" i="0" u="none" strike="noStrike" dirty="0">
                <a:solidFill>
                  <a:schemeClr val="bg2">
                    <a:lumMod val="10000"/>
                  </a:schemeClr>
                </a:solidFill>
                <a:effectLst/>
                <a:latin typeface="Mona Sans VF"/>
              </a:rPr>
              <a:t> &amp; Data </a:t>
            </a:r>
            <a:r>
              <a:rPr lang="es-ES" b="1" i="0" u="none" strike="noStrike" dirty="0" err="1">
                <a:solidFill>
                  <a:schemeClr val="bg2">
                    <a:lumMod val="10000"/>
                  </a:schemeClr>
                </a:solidFill>
                <a:effectLst/>
                <a:latin typeface="Mona Sans VF"/>
              </a:rPr>
              <a:t>Science</a:t>
            </a:r>
            <a:r>
              <a:rPr lang="es-ES" b="1" i="0" u="none" strike="noStrike" dirty="0">
                <a:solidFill>
                  <a:schemeClr val="bg2">
                    <a:lumMod val="10000"/>
                  </a:schemeClr>
                </a:solidFill>
                <a:effectLst/>
                <a:latin typeface="Mona Sans VF"/>
              </a:rPr>
              <a:t> Training</a:t>
            </a:r>
          </a:p>
        </p:txBody>
      </p:sp>
      <p:sp>
        <p:nvSpPr>
          <p:cNvPr id="348" name="¡¡¡Contando historias!!!"/>
          <p:cNvSpPr txBox="1">
            <a:spLocks noGrp="1"/>
          </p:cNvSpPr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 b="1" i="0" u="none" strike="noStrike" dirty="0">
                <a:solidFill>
                  <a:schemeClr val="tx1"/>
                </a:solidFill>
                <a:effectLst/>
                <a:latin typeface="Mona Sans VF"/>
              </a:rPr>
              <a:t>CaixaBank · </a:t>
            </a:r>
            <a:r>
              <a:rPr lang="es-ES" b="1" i="0" u="none" strike="noStrike" dirty="0" err="1">
                <a:solidFill>
                  <a:schemeClr val="tx1"/>
                </a:solidFill>
                <a:effectLst/>
                <a:latin typeface="Mona Sans VF"/>
              </a:rPr>
              <a:t>Advanced</a:t>
            </a:r>
            <a:r>
              <a:rPr lang="es-ES" b="1" i="0" u="none" strike="noStrike" dirty="0">
                <a:solidFill>
                  <a:schemeClr val="tx1"/>
                </a:solidFill>
                <a:effectLst/>
                <a:latin typeface="Mona Sans VF"/>
              </a:rPr>
              <a:t> </a:t>
            </a:r>
            <a:r>
              <a:rPr lang="es-ES" b="1" i="0" u="none" strike="noStrike" dirty="0" err="1">
                <a:solidFill>
                  <a:schemeClr val="tx1"/>
                </a:solidFill>
                <a:effectLst/>
                <a:latin typeface="Mona Sans VF"/>
              </a:rPr>
              <a:t>Analytics</a:t>
            </a:r>
            <a:r>
              <a:rPr lang="es-ES" b="1" i="0" u="none" strike="noStrike" dirty="0">
                <a:solidFill>
                  <a:schemeClr val="tx1"/>
                </a:solidFill>
                <a:effectLst/>
                <a:latin typeface="Mona Sans VF"/>
              </a:rPr>
              <a:t> </a:t>
            </a:r>
            <a:r>
              <a:rPr lang="es-ES" b="1" i="0" u="none" strike="noStrike" dirty="0" err="1">
                <a:solidFill>
                  <a:schemeClr val="tx1"/>
                </a:solidFill>
                <a:effectLst/>
                <a:latin typeface="Mona Sans VF"/>
              </a:rPr>
              <a:t>Program</a:t>
            </a:r>
            <a:endParaRPr lang="es-ES" b="1" i="0" u="none" strike="noStrike" dirty="0">
              <a:solidFill>
                <a:schemeClr val="tx1"/>
              </a:solidFill>
              <a:effectLst/>
              <a:latin typeface="Mona Sans VF"/>
            </a:endParaRP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941FC7A1-2CE2-A606-58B3-7BDE8EAC2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655864" y="146304"/>
            <a:ext cx="13536081" cy="12387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99412023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Agenda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Agenda</a:t>
            </a:r>
          </a:p>
        </p:txBody>
      </p:sp>
      <p:sp>
        <p:nvSpPr>
          <p:cNvPr id="354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2065050" y="13080999"/>
            <a:ext cx="241403" cy="374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3</a:t>
            </a:fld>
            <a:endParaRPr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976EAF4-3406-1482-8D1B-D7F2D544019C}"/>
              </a:ext>
            </a:extLst>
          </p:cNvPr>
          <p:cNvSpPr/>
          <p:nvPr/>
        </p:nvSpPr>
        <p:spPr>
          <a:xfrm>
            <a:off x="2184704" y="4998970"/>
            <a:ext cx="5774163" cy="287258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50800" tIns="50800" rIns="50800" bIns="50800" numCol="1" spcCol="38100" rtlCol="0" anchor="b">
            <a:spAutoFit/>
          </a:bodyPr>
          <a:lstStyle/>
          <a:p>
            <a:pPr marR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endParaRPr kumimoji="0" lang="es-ES" sz="6000" b="1" i="0" u="none" strike="noStrike" cap="none" spc="0" normalizeH="0" baseline="0" dirty="0">
              <a:ln>
                <a:noFill/>
              </a:ln>
              <a:solidFill>
                <a:srgbClr val="3479BB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  <a:p>
            <a:pPr marR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r>
              <a:rPr kumimoji="0" lang="es-ES" sz="6000" b="1" i="0" u="none" strike="noStrike" cap="none" spc="0" normalizeH="0" baseline="0" dirty="0">
                <a:ln>
                  <a:noFill/>
                </a:ln>
                <a:solidFill>
                  <a:srgbClr val="3479BB"/>
                </a:solidFill>
                <a:effectLst/>
                <a:uFillTx/>
                <a:latin typeface="Helvetica Neue Medium"/>
                <a:ea typeface="Helvetica Neue Medium"/>
                <a:cs typeface="Helvetica Neue Medium"/>
                <a:sym typeface="Helvetica Neue Medium"/>
              </a:rPr>
              <a:t>01. MODELS SUPERVISATS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12855C56-94F5-5B3E-93C8-4CD2662D6D85}"/>
              </a:ext>
            </a:extLst>
          </p:cNvPr>
          <p:cNvSpPr/>
          <p:nvPr/>
        </p:nvSpPr>
        <p:spPr>
          <a:xfrm>
            <a:off x="8672548" y="4998971"/>
            <a:ext cx="5774163" cy="287258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50800" tIns="50800" rIns="50800" bIns="50800" numCol="1" spcCol="38100" rtlCol="0" anchor="b">
            <a:spAutoFit/>
          </a:bodyPr>
          <a:lstStyle/>
          <a:p>
            <a:pPr marR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endParaRPr kumimoji="0" lang="es-ES" sz="6000" b="1" i="0" u="none" strike="noStrike" cap="none" spc="0" normalizeH="0" baseline="0" dirty="0">
              <a:ln>
                <a:noFill/>
              </a:ln>
              <a:solidFill>
                <a:srgbClr val="3479BB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  <a:p>
            <a:pPr marR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r>
              <a:rPr kumimoji="0" lang="es-ES" sz="6000" b="1" i="0" u="none" strike="noStrike" cap="none" spc="0" normalizeH="0" baseline="0" dirty="0">
                <a:ln>
                  <a:noFill/>
                </a:ln>
                <a:solidFill>
                  <a:srgbClr val="3479BB"/>
                </a:solidFill>
                <a:effectLst/>
                <a:uFillTx/>
                <a:latin typeface="Helvetica Neue Medium"/>
                <a:ea typeface="Helvetica Neue Medium"/>
                <a:cs typeface="Helvetica Neue Medium"/>
                <a:sym typeface="Helvetica Neue Medium"/>
              </a:rPr>
              <a:t>01. MODELS SUPERVISATS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3E73D25C-A3AC-1C8A-B9E5-A577FDC18552}"/>
              </a:ext>
            </a:extLst>
          </p:cNvPr>
          <p:cNvSpPr/>
          <p:nvPr/>
        </p:nvSpPr>
        <p:spPr>
          <a:xfrm>
            <a:off x="2184704" y="9143568"/>
            <a:ext cx="5774163" cy="287258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50800" tIns="50800" rIns="50800" bIns="50800" numCol="1" spcCol="38100" rtlCol="0" anchor="b">
            <a:spAutoFit/>
          </a:bodyPr>
          <a:lstStyle/>
          <a:p>
            <a:pPr marR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endParaRPr kumimoji="0" lang="es-ES" sz="6000" b="1" i="0" u="none" strike="noStrike" cap="none" spc="0" normalizeH="0" baseline="0" dirty="0">
              <a:ln>
                <a:noFill/>
              </a:ln>
              <a:solidFill>
                <a:srgbClr val="3479BB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  <a:p>
            <a:pPr marR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r>
              <a:rPr kumimoji="0" lang="es-ES" sz="6000" b="1" i="0" u="none" strike="noStrike" cap="none" spc="0" normalizeH="0" baseline="0" dirty="0">
                <a:ln>
                  <a:noFill/>
                </a:ln>
                <a:solidFill>
                  <a:srgbClr val="3479BB"/>
                </a:solidFill>
                <a:effectLst/>
                <a:uFillTx/>
                <a:latin typeface="Helvetica Neue Medium"/>
                <a:ea typeface="Helvetica Neue Medium"/>
                <a:cs typeface="Helvetica Neue Medium"/>
                <a:sym typeface="Helvetica Neue Medium"/>
              </a:rPr>
              <a:t>01. MODELS SUPERVISATS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CAA9BEC0-1425-9D7C-9AC1-FFE05DEDBEEE}"/>
              </a:ext>
            </a:extLst>
          </p:cNvPr>
          <p:cNvSpPr/>
          <p:nvPr/>
        </p:nvSpPr>
        <p:spPr>
          <a:xfrm>
            <a:off x="8672548" y="9143568"/>
            <a:ext cx="5774163" cy="287258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50800" tIns="50800" rIns="50800" bIns="50800" numCol="1" spcCol="38100" rtlCol="0" anchor="b">
            <a:spAutoFit/>
          </a:bodyPr>
          <a:lstStyle/>
          <a:p>
            <a:pPr marR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endParaRPr kumimoji="0" lang="es-ES" sz="6000" b="1" i="0" u="none" strike="noStrike" cap="none" spc="0" normalizeH="0" baseline="0" dirty="0">
              <a:ln>
                <a:noFill/>
              </a:ln>
              <a:solidFill>
                <a:srgbClr val="3479BB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  <a:p>
            <a:pPr marR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r>
              <a:rPr kumimoji="0" lang="es-ES" sz="6000" b="1" i="0" u="none" strike="noStrike" cap="none" spc="0" normalizeH="0" baseline="0" dirty="0">
                <a:ln>
                  <a:noFill/>
                </a:ln>
                <a:solidFill>
                  <a:srgbClr val="3479BB"/>
                </a:solidFill>
                <a:effectLst/>
                <a:uFillTx/>
                <a:latin typeface="Helvetica Neue Medium"/>
                <a:ea typeface="Helvetica Neue Medium"/>
                <a:cs typeface="Helvetica Neue Medium"/>
                <a:sym typeface="Helvetica Neue Medium"/>
              </a:rPr>
              <a:t>01. MODELS SUPERVISATS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48FBE165-ABD4-81D8-CC0C-05CDB3372B74}"/>
              </a:ext>
            </a:extLst>
          </p:cNvPr>
          <p:cNvSpPr txBox="1"/>
          <p:nvPr/>
        </p:nvSpPr>
        <p:spPr>
          <a:xfrm>
            <a:off x="2755900" y="4936961"/>
            <a:ext cx="18872200" cy="384207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ES" sz="243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ADLaM Display" panose="02010000000000000000" pitchFamily="2" charset="77"/>
                <a:ea typeface="ADLaM Display" panose="02010000000000000000" pitchFamily="2" charset="77"/>
                <a:cs typeface="ADLaM Display" panose="02010000000000000000" pitchFamily="2" charset="77"/>
                <a:sym typeface="Helvetica Neue"/>
              </a:rPr>
              <a:t>FINAL DIA 1</a:t>
            </a:r>
          </a:p>
        </p:txBody>
      </p:sp>
    </p:spTree>
    <p:extLst>
      <p:ext uri="{BB962C8B-B14F-4D97-AF65-F5344CB8AC3E}">
        <p14:creationId xmlns:p14="http://schemas.microsoft.com/office/powerpoint/2010/main" val="1365634657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86EAA-7190-0E66-6E8A-AA3B7FC85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5005F7B1-00EB-6E26-AF4F-4E47473C3636}"/>
              </a:ext>
            </a:extLst>
          </p:cNvPr>
          <p:cNvSpPr txBox="1"/>
          <p:nvPr/>
        </p:nvSpPr>
        <p:spPr>
          <a:xfrm>
            <a:off x="2755900" y="4936961"/>
            <a:ext cx="18872200" cy="384207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ES" sz="243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ADLaM Display" panose="02010000000000000000" pitchFamily="2" charset="77"/>
                <a:ea typeface="ADLaM Display" panose="02010000000000000000" pitchFamily="2" charset="77"/>
                <a:cs typeface="ADLaM Display" panose="02010000000000000000" pitchFamily="2" charset="77"/>
                <a:sym typeface="Helvetica Neue"/>
              </a:rPr>
              <a:t>FINAL DIA 2</a:t>
            </a:r>
          </a:p>
        </p:txBody>
      </p:sp>
    </p:spTree>
    <p:extLst>
      <p:ext uri="{BB962C8B-B14F-4D97-AF65-F5344CB8AC3E}">
        <p14:creationId xmlns:p14="http://schemas.microsoft.com/office/powerpoint/2010/main" val="4087996809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A493B-9C69-CB37-346C-D65108D83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3991B40E-BF69-6FAD-6CF5-83832F2287A7}"/>
              </a:ext>
            </a:extLst>
          </p:cNvPr>
          <p:cNvSpPr txBox="1"/>
          <p:nvPr/>
        </p:nvSpPr>
        <p:spPr>
          <a:xfrm>
            <a:off x="2755900" y="4936961"/>
            <a:ext cx="18872200" cy="384207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ES" sz="243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ADLaM Display" panose="02010000000000000000" pitchFamily="2" charset="77"/>
                <a:ea typeface="ADLaM Display" panose="02010000000000000000" pitchFamily="2" charset="77"/>
                <a:cs typeface="ADLaM Display" panose="02010000000000000000" pitchFamily="2" charset="77"/>
                <a:sym typeface="Helvetica Neue"/>
              </a:rPr>
              <a:t>FINAL DIA 3</a:t>
            </a:r>
          </a:p>
        </p:txBody>
      </p:sp>
    </p:spTree>
    <p:extLst>
      <p:ext uri="{BB962C8B-B14F-4D97-AF65-F5344CB8AC3E}">
        <p14:creationId xmlns:p14="http://schemas.microsoft.com/office/powerpoint/2010/main" val="2638605457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vicenc.fernandez@upc.edu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i="1"/>
            </a:lvl1pPr>
          </a:lstStyle>
          <a:p>
            <a:r>
              <a:rPr lang="es-ES" dirty="0" err="1"/>
              <a:t>sergi.ramirez</a:t>
            </a:r>
            <a:r>
              <a:rPr dirty="0"/>
              <a:t>@upc.edu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21_BasicWhite">
  <a:themeElements>
    <a:clrScheme name="21_BasicWhite">
      <a:dk1>
        <a:srgbClr val="5E5E5E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243833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243833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</TotalTime>
  <Words>48</Words>
  <Application>Microsoft Macintosh PowerPoint</Application>
  <PresentationFormat>Personalizado</PresentationFormat>
  <Paragraphs>17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5" baseType="lpstr">
      <vt:lpstr>ADLaM Display</vt:lpstr>
      <vt:lpstr>Aptos</vt:lpstr>
      <vt:lpstr>Arial</vt:lpstr>
      <vt:lpstr>Helvetica Neue</vt:lpstr>
      <vt:lpstr>Helvetica Neue Medium</vt:lpstr>
      <vt:lpstr>Mona Sans VF</vt:lpstr>
      <vt:lpstr>Tahoma</vt:lpstr>
      <vt:lpstr>21_BasicWhite</vt:lpstr>
      <vt:lpstr>Model Risk &amp; Data Science Training</vt:lpstr>
      <vt:lpstr>Presentación de PowerPoint</vt:lpstr>
      <vt:lpstr>Agenda</vt:lpstr>
      <vt:lpstr>Presentación de PowerPoint</vt:lpstr>
      <vt:lpstr>Presentación de PowerPoint</vt:lpstr>
      <vt:lpstr>Presentación de PowerPoint</vt:lpstr>
      <vt:lpstr>sergi.ramirez@upc.edu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SERGI RAMIREZ MITJANS</cp:lastModifiedBy>
  <cp:revision>5</cp:revision>
  <dcterms:modified xsi:type="dcterms:W3CDTF">2026-04-14T20:58:48Z</dcterms:modified>
</cp:coreProperties>
</file>